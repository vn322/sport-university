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78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83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98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45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59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8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6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04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88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6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20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93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4E4A8-60F7-4075-AABA-B1ED43F7F03E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A1C33-C0AA-4657-BC42-741B3B3654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11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0717" y="1464987"/>
            <a:ext cx="11240814" cy="11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Создание цифрового двойника спортсмена с использованием уравнением </a:t>
            </a:r>
            <a:r>
              <a:rPr lang="ru-RU" sz="3200" b="1" dirty="0" err="1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Ферхюльста</a:t>
            </a:r>
            <a:endParaRPr lang="ru-RU" sz="2400" dirty="0" smtClean="0">
              <a:effectLst/>
              <a:latin typeface="Calibri" panose="020F0502020204030204" pitchFamily="34" charset="0"/>
              <a:ea typeface="DengXian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11159" y="4707250"/>
            <a:ext cx="4950372" cy="374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r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Ермаков А.В.,</a:t>
            </a:r>
            <a:r>
              <a:rPr lang="ru-RU" dirty="0" err="1" smtClean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к.п.н</a:t>
            </a:r>
            <a:r>
              <a:rPr lang="ru-RU" dirty="0" smtClean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., доцент</a:t>
            </a:r>
            <a:endParaRPr lang="ru-RU" sz="1400" dirty="0">
              <a:effectLst/>
              <a:latin typeface="Calibri" panose="020F0502020204030204" pitchFamily="34" charset="0"/>
              <a:ea typeface="DengXi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35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2247" y="122038"/>
            <a:ext cx="116822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Логистическое уравнение,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уравнением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Ферхюльста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его сформулировал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бельгийский математик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Пьер Франсуа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Ферхюльст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1838 году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 роста численности населения с учетом ограниченности ресурсов.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2248" y="1362588"/>
            <a:ext cx="7110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дифференциальной форме (которая показывает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изменения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каждый момент времени) оно записывается так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635" y="1760315"/>
            <a:ext cx="2998326" cy="117193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48" y="2884815"/>
            <a:ext cx="7110381" cy="35347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03" y="1362588"/>
            <a:ext cx="4805697" cy="52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2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362" y="947719"/>
            <a:ext cx="4705998" cy="359275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1" y="315752"/>
            <a:ext cx="7527764" cy="493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6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2" y="172077"/>
            <a:ext cx="8116958" cy="652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6484" y="331076"/>
            <a:ext cx="117768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F1F1F"/>
                </a:solidFill>
                <a:latin typeface="Google Sans Text"/>
              </a:rPr>
              <a:t>Пайплайн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:</a:t>
            </a:r>
            <a:endParaRPr lang="en-US" dirty="0" smtClean="0">
              <a:solidFill>
                <a:srgbClr val="1F1F1F"/>
              </a:solidFill>
              <a:latin typeface="Google Sans Text"/>
            </a:endParaRPr>
          </a:p>
          <a:p>
            <a:pPr algn="ctr"/>
            <a:endParaRPr lang="ru-RU" dirty="0">
              <a:solidFill>
                <a:srgbClr val="1F1F1F"/>
              </a:solidFill>
              <a:latin typeface="Google Sans Tex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Калибровка модели по реальным данным спортсмена (подбор k и </a:t>
            </a:r>
            <a:r>
              <a:rPr lang="ru-RU" dirty="0" err="1">
                <a:solidFill>
                  <a:srgbClr val="1F1F1F"/>
                </a:solidFill>
                <a:latin typeface="Google Sans Text"/>
              </a:rPr>
              <a:t>R_max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 методом наименьших квадратов)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Прогноз на N недель вперёд (с доверительными интервалами)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Построение тренировочного плана (обратная задача: «что нужно делать, чтобы достичь цели к дате X»)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Сравнение с эталонным спортсменом («образцом»)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Визуализация и вывод всех уравнений, графиков и обоснований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518" y="2639400"/>
            <a:ext cx="6820852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6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87" y="336481"/>
            <a:ext cx="4322916" cy="38961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72" y="406996"/>
            <a:ext cx="3946004" cy="382561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014" y="4319753"/>
            <a:ext cx="6321274" cy="240470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721907" y="15766"/>
            <a:ext cx="3389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Данные эталонного спортсмена: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21412" y="0"/>
            <a:ext cx="2998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Данные нашего спортсмена:</a:t>
            </a:r>
          </a:p>
        </p:txBody>
      </p:sp>
    </p:spTree>
    <p:extLst>
      <p:ext uri="{BB962C8B-B14F-4D97-AF65-F5344CB8AC3E}">
        <p14:creationId xmlns:p14="http://schemas.microsoft.com/office/powerpoint/2010/main" val="405259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710"/>
            <a:ext cx="12038054" cy="420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1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W0AAAJOCAYAAADMCCWlAAAAOnRFWHRTb2Z0d2FyZQBNYXRwbG90bGliIHZlcnNpb24zLjEwLjAsIGh0dHBzOi8vbWF0cGxvdGxpYi5vcmcvlHJYcgAAAAlwSFlzAAAPYQAAD2EBqD+naQAA0HdJREFUeJzs3Xd8VFX+xvHPpCekQAgtIRCKhBKaCKKIgkRBsCACFqSuWVdFXdefGqyoCNEVxYKygiIIUgRFca3BRRERQUB6Cy10AkkgPZmZ3x+XmWRSSM+kPG9f88rce889cybkJvHJud9jslqtVkRERERERERERESkWnBx9gBEREREREREREREJJdCWxEREREREREREZFqRKGtiIiIiIiIiIiISDWi0FZERERERERERESkGlFoKyIiIiIiIiIiIlKNKLQVERERERERERERqUYU2oqIiIiIiIiIiIhUIwptRURERERERERERKoRhbYiIiIiIiIiIiIi1YhCWxEREZFaIjU1lfDwcKZMmeKw/9Zbb+WRRx5x0qhERERERKS03Jw9ABERESmb6OhovvjiixK1nTZtGsOGDavkEYmz1atXj4iICL777jvuvvtuWrduTWxsLHv37uXOO+909vBERERERKSETFar1ersQYiIiEjpHT16lMTERId9w4cPp02bNrz66qsO+5s3b06DBg2qcnjiJAcOHOCZZ55h06ZNuLq64urqyl133cWkSZNwcdFNViIiIiIiNYFCWxERkVokPDycTp068fnnnzt7KOJk6enpnD9/nkaNGimsFRERERGpYfQbvIiISB1xzTXXcNttt7Fv3z7Gjx/P5ZdfTrdu3RgzZgw7d+4s0P7bb7/lrrvuonv37nTp0oWbb76ZDz74gJycHHubo0ePEh4eTnR0dIHzR48eTXh4uH17/fr1hIeHFwiUd+7cSYcOHRzarlmzhvDwcD7++GMWL17MoEGD6Ny5M3369OGll14iPT3doY/ExESmTJnC9ddfT0REBD169GD06NGsWrXKod0777xDeHi4/dGxY0euueYa7r//fv76669S91nU+7e913feeafIz4fN559/XuDzcv3113P99dcXaFuS17Cd5+3tTZMmTXBxceEf//hHgbaFsY2lqEf+81NSUopse+WVVzq0PX78OM899xzXX389Xbp0oU+fPowfP54//vij2M+HTXh4OKNHj7Zv2z7/JanXW9Tn3/Y1sX79eof9O3bs4MEHH+TKK68kIiKC/v37M3nyZM6dO1egj9tvv73Iz8PevXvt7axWK4sWLeL222+na9eudOvWjWHDhrF06VKH/mz/tvk/nyNHjuSrr75yaFvWr5XSvsfCPmdFPfL+G23cuJGoqCh69epFREQE1157LZMmTeLYsWMF+sv/bxAdHU14eDhHjx4FCr/eEhISuOqqqxg9ejRms9nel+0cm3nz5hUYW2Fsr5H/c3Xq1Cm6d+9eaN/52b7WinrYzj9w4ADh4eG88sor/Pjjj9x222106dKFK6+8kieeeMLh36E6fP8E4zp+8skn6dOnD507d2bgwIG8++67ZGRklOi92z6vRV2Phf1bFPbzRUREpC5QTVsREZE6wt3dnTNnzvDPf/6Te+65h4ceeog9e/bw+uuvM3bsWL755hsaNWoEwIcffshrr73GDTfcwP3334+npyf/+9//ePPNN9m9ezdvvPFGhYzJarXy0ksvYbFYCowV4Msvv8Tb25snnngCb29vVq5cycKFC0lKSrKPITU1lXvuuYf4+Hj+8Y9/0KNHDxITE5k3bx4PPvggMTEx3H777Q79v/jii3Tq1AmLxcKRI0d49dVXGTduHKtWrSIwMLBMfVZXP//8M//73/9Kdc7EiRPp16+ffXvHjh288MILBdodOnQIgJEjRzJy5Ej7/gceeIDs7Gz7dlpaGvfccw+pqak88cQTtGnThlOnTvHWW28xYcIEli5dSseOHUv3xgA3NzeaNGlC/fr1S33upWzcuJHx48cTFhbGc889R+PGjdm+fTvvv/8+69atY/ny5fj6+trbHz58mE6dOvHiiy/a982cObPA5/3ll19m4cKFjBgxgn/9619YLBb++9//8txzzxEfH8/jjz/u0N72ebVarZw7d45Zs2bxxBNPEBAQwHXXXVel7zH/uGxfH7avjbxfA/Xq1QPgl19+4YEHHiA0NJSnn36aZs2asWvXLt5++23WrFnDihUrCAoKKtf7ePbZZwF4/fXXcXV1LbTN2bNni/2DRXFee+010tLSSnXOsmXLHLbzf03Yvs+tX7+e9evX849//IOGDRuyevVqPvroI+Lj41m0aBEmk6nQ/qv6++eZM2cYOXIkLi4uPP7444SGhrJlyxbeeust/vrrL2bPns2LL75IamoqAEuXLmXp0qX277cAjRs3LtXnUEREpC5TaCsiIlJHmEwmzp49y6RJk7jlllsAuOKKK/Dw8ODZZ5/l888/5/777+fcuXPMmDGD3r178+6779rPv/rqq8nJyeHTTz9l3LhxdOnSpdxj+vLLL9m5cye9e/fm999/dxgrGLO6Vq1aZQ+Prr76ag4fPsw333zDU089RZMmTVi0aBEHDhzgpZdeclhs6/rrrycyMpI33niD2267zaFEQKtWrejcuTMAXbt2ZceOHcydO5e4uDgCAwNL3Gd1l5WVxdSpU+nXrx+rV68u8XkhISH2zw9QZFh15MgRAC6//HKH9h4eHg6h7ZEjR+jSpQvXXnstw4cPt++vV68ef//731m5cmWZQtumTZvyyy+/lPq84rzyyiv4+PjwySef2APhXr160axZM/75z3+yePFi7rvvPsCY6Zmamkp4eLjD5yB/kLx7924WLlzIsGHDmDJlin3/ddddR1JSEh999BGjR492CLUaN27s0KfFYuGBBx5g27Zt5Q5tS/Me82vSpAlNmjQBcr828o8V4NVXX8XT05NPP/2UwMBAAK688kqaN2/OQw89xLx58woE1aWxcOFCfv75Z+bMmWMfT2GmT59O06ZN8ff3L9PrbNiwgf/+979ce+21pfp6y//5yP81Yfs+d+DAAb7//ntCQkIA43OUkJDAV199xZYtW+jevXuh/Vf198///Oc/nDlzhs8//9wewvbs2ZNz587x1VdfsW/fPi677DJ7H7bvOXm/34qIiEjJqTyCiIhIHeLq6kpkZKTDvr59+wLYywOsXbuWrKwsbrjhhgLnDxo0yN6mvFJSUnj99df5+9//TrNmzQpt06dPnwKz/a655hqsVivbtm0D4NdffwXgpptucmjn5eVFnz59OH36NAcOHCi0/5ycHOLi4li7di2tWrUiIiKiVH3aZvblLRlRnXz88cckJSWVqHxAWdhm2rZq1eqS7dq3b8/bb7/tENjmPe/48eOVMr6yOHXqFDt37uTKK68sELINGDAAd3d3h6//kn4ObAHWjTfeWODYoEGDyMnJcQje8rJYLJw+fZpvv/0WHx+fAtdwaZX2PZbFyZMn2b9/P71797YHtjbXXnstbm5urFu3DsD+BxWz2Vyivi0WCz/++CPTpk3j8ccfp0+fPkW23bp1K1988QXPP/98md6H2Wzm5Zdf5vbbb6+QP1QVplOnTvbA1uaaa64BKFC2xcYZ3z/XrFlDUFCQPbC1eeqpp1i7dq1DYCsiIiLlp5m2IiIidUiDBg3w9vZ22NewYUMAe/3EEydOAMat3C+//HKh/Zw8edJh+4svvuCLL74o1VhmzpyJl5cXUVFRhd56DxAcHFxgn+126rNnz9rH4uvrW+gsuqZNmwJw+vRp2rZta98/ZswYh3Y9evTg1VdftX9uStpnr1698PLy4o8//mD37t00adKEkydP2oOQwhRXx9Hm2LFj9rb16tUjODiYW2+9lQkTJuDmVvyvcKdOneL9999n0qRJBAQElOg1S+vw4cMAtG7duti2K1asYOnSpezbt48LFy6Qdy3cwtbFnTRpEpMmTaq4wZaQ7ev/+++/L/LfKu/Xf0k/B7Zg+h//+EeRbfJfV++++67DbPeQkBBmzpxJ+/btHdqV9multO+xLGznF3YNe3h4EBgYyOnTpwFo0aIFYHyNtGvXDrPZzIEDBzh48GChfX/55Zd8+eWXuLu72+8aKIzVauXll19m8ODB9OrVq0zvY/HixZw4cYKPP/6YhQsXlqmP4lzq+1xR9YWd8f3z+PHjJbrWS8P29WerwX3jjTfyj3/8w15iQ0REpC5TaCsiIlKHFFXzEShQN/Hxxx+3z8LNL38I2L9/fx599FGHfc888ww7duwo9PwDBw7wySef8O677+Lp6Vmm8eYtd5D3Vvy8bGFg/vc2ZcoUIiIiyMnJ4cSJE8yaNYvhw4ezYMEC+2yxkvTp5ubGk08+ydSpU+3lEpo0aVIgVMtrxYoVDturVq0qtN5mo0aNmD17NgBJSUl89tlnTJ8+nQsXLpTolvJ///vftG3blhEjRjgs+lSR9u/fX6LbzhcuXMhLL71Ep06deOGFFwgNDcXDw4PTp0/z97//vdBzHn74YQYMGOCwb+jQoRU19CLZvlYGDhzIAw88UGgbW81QMD4HAO3atStRv6+++mqRQWn++q533nknd999N1arlcTERJYtW8Z9993HtGnTHMpzlPZrpbTvsTyysrIK3W+1Wu3X8MCBA1m6dKk9jHVxcaFz584FFsyyGTBgAI8//jjDhg3j9ddf59///neh7ZYvX05cXBwzZ84s09jPnTvHW2+9xT//+c8Cs4UrUmm+L4Nzv39mZmYW2WdZ2L4fXrhwgR9++IEPPviAY8eOVVjddBERkZpMoa2IiEgdcu7cObKzsx0CmTNnzgDYFyFr3ry5/ViHDh1K1G/9+vULtL3UTKlXXnmFa665xmGxq8LYZuIVts8WcIWEhHDw4EHOnj1rnzVsY5vdmP/24RYtWtjH27lzZxo3bsydd97JwoULmTx5cqn6HDVqFDfddBPHjh0jMDCQkJAQ1q9fz88//1zoe8r/edq1a1eh7Tw8PBza9urVi//973+sWrWq2NB206ZNfPPNNyxZsqTIRYzKKysri3379hUZ7Oe1fPlyXFxc+PDDD2nQoIF9v23F+cIEBweX+OuvItluU09LSyvR6+/cuZOAgABCQ0NL1G/+f9dLadSokUPb3r17s3r1av7zn/84hLal/Vop7XssC9ssT9us3rwyMzM5d+6cvdyAh4cH8+fP59ChQ6Snp9O8eXP8/f2Jjo5m7969Bc739/enTZs2jB49mjlz5jB69OgCpQtSUlJ44403ePjhh8u8+NWMGTMICQnhrrvuKtP5JXXq1KkC+/J/X87LWd8/g4ODOX36NBaLxSH0zcrKIiUlhXr16l0yRC5M/q/b3377jf/9738FFlcTERGpi1TTVkREpA7Jzs4uECbaalfaFru56qqr8PT05PPPPy9Qq/XXX3/llVdesQcKZREbG8vGjRt55plnim27Zs2aAsHe2rVrcXV1pWvXrkBuTd6VK1c6tEtJSeHXX3+lRYsWhIWFXfJ1bAGE7f2Wts/AwEA6d+5coC5lRbNarcXW/bRYLEyZMoXhw4dX6uI/f/75J5mZmVx55ZXFtjWbzbi5uTnMyLVarXz44YdA9aoJHBQUREREBOvWrSM+Pt7h2OnTp4mOjmbr1q0ApKamsnnzZnr16lVsOG4L2JYuXVrg2Jdffsn06dOLXPAtv5J8vi71tVKa91hWjRs3pn379qxbt67A94vY2FjMZrND4G8ymWjVqhUdO3Ys8YJhUVFR+Pn58corrxQosfH222/TsGFDRo8eXabx79ixg2XLlvH8889fcsZqRdiyZUuBz5GtxEr+Rcic+f2zb9++pKamFvgZ8t5773HVVVcVeWdFaZjN5mr1/UBERMSZNNNWRESkDqlfvz6vvvoqR48epUOHDuzbt4/p06fTsGFDbr/9dsCoe/voo4/y2muvMXbsWEaPHk3Dhg3566+/eO+99wgLC3OYLVlaq1at4uGHHy52ZiKAn58fY8aMYfz48QQEBPDVV1+xadMmhg8fbr9d+c4772TZsmW8/vrrpKWlcfnll5OQkMDs2bM5f/48r7zySoF+Dx48iI+PDxaLhVOnTvGf//wHV1dX++zFsvRZ0bKzs4mLiwOMW94XL15Menr6JWt4gjGzMSMjg48++qjSxrV582beeustPD09CyxgVJg+ffqwe/duXnjhBYYOHcq5c+dYtGgRPXv25Ndff2Xr1q2sW7eu1CHzyZMnueeee7j22muZPHlyic7JP7PZFpYdOXKE0NBQgoODefrppxk3bhyjR49m4sSJhIWFER8fz6xZszh37hwPPfQQO3bsYMmSJWRmZpaobEO7du0YNWoUCxcu5KGHHmLYsGH4+vqybt065syZQ9++ffHx8XE45/Tp0/YFo5KTk/niiy9IS0uzX6s2ZflaKcl7LK/o6Gjuu+8+xowZw4MPPkijRo3YunUrM2fOpGXLlgVqS5dWQEAAUVFRTJ8+nZUrV3Lrrbfaj61atYoFCxaUqP5zYf73v/8xbNiwAqFpZQgJCWHMmDE88MADNG7cmJ9//pmVK1dy9dVXF1j0y5nfP++//36+++47nnrqKR577DHatm3LX3/9xZw5c7j22mvL9Lmyfd2mpKTw7bffcujQIYYNG+Ywk1dERKSuUmgrIiJSh9SrV4933nmH1157jbfffhuLxUL37t2ZNGmSwyryf/vb3wgODmb+/PlMmjQJi8VC06ZNufvuu3nwwQfLHISAUZqgqDqm+Q0ePJiGDRvy9ttvEx8fT/369Rk3bpzDLd/e3t4sWLCAd999l2XLljFz5kx8fHzo2rUrzz77LD179izQb96Fexo2bEiHDh2YN2+evW1Z+qxop0+fZvDgwQD4+vrSsmVLXnzxRe68885iz3388ccd/j0rUlpaGvfffz++vr5MnTq10Nu383v44YdJT0/nxx9/5KuvvqJFixbce++93HXXXbi7u/P+++8THR1d6qA5JyeHY8eOFblYU2GKClifffZZbr/9dmJiYujRoweLFy/mvffe49///jepqakEBgbSu3dvHnzwQUJDQ7nrrrvYu3cvEyZMIDIyskSv/dxzz3HZZZfx2Wef8a9//QsXFxeaN2/OxIkT+dvf/lag/dKlS+0zc/38/GjZsiVTp07ljjvucGhXlq+VkrzH8rrqqquYP38+77//Pi+99BJpaWk0btyYO+64g4kTJ+Ln51fu1xgzZgzz589n+vTp3HDDDfb9t9xyS7muU39/f5544olyj68kunXrRr9+/Zg1axZxcXH4+PgwbNgwoqOjC7R15vfPRo0asWTJEt566y3eeecdLly4QHBwMH//+9+JiooqUykW29etj48PISEhPP7444wbN67U/YiIiNRGJmthy/WKiIhIrXP99dcD8NNPPzl5JMVbv349Y8aMYeLEiTz88MPOHo7UAddffz29evUiJibG2UOROuLo0aMMGDDA/seCiqLvnyIiIrWD7jsRERERERERERERqUYU2oqIiIiIiIiIiIhUIwptRURERERERERERKoR1bQVERERERERERERqUY001ZERERERERERESkGlFoKyIiIiIiIiIiIlKNuDl7AFUlJyeH5ORkPD09cXFRVi0iIiIiIiIiIiJVy2KxkJmZSUBAAG5uRUezdSa0TU5O5tChQ84ehoiIiIiIiIiIiNRxYWFhNGzYsMjjdSa09fT0BIxPiLe3t5NHU/msVispKSn4+vpiMpmcPRwRqQS6zkVqP13n1YfVaiUnJwcANzc3/XtIhdF1LlI36FoXqf1Kep2np6dz6NAhe1ZZlDoT2tpKInh7e+Pj4+Pk0VQ+q9VKdnY2Pj4++oEgUkvpOhep/XSdi9R+us5F6gZd6yK1X2mv8+LKt6q4q4iIiIiIiIiIiEg1Umdm2oqIiIiIlJXFYmH//v0AtG3bVgvbioiIiEil0m+bIiIiIiLFsFqtHD9+nOPHj2O1Wp09HBERERGp5RTaioiIiIiIiIiIiFQjCm1FREREREREREREqhGFtiIiIiIiIiIiIiLViEJbERERERERERERkWpEoa2IiIiIiIiIiIhINaLQVkRERERERERERKQacXP2AEREREREqjsXFxd69+5tfy4iIiIiUpkU2oqIiIiIFMNkMuHl5eXsYYiIiIhIHaFpAiIiIiIiIiIiIiLViGbaioiIiIgUw2KxcPDgQQBatWqlEgkiIiJSoUaPHs3GjRtxcysY1eXk5HDFFVfwySefOGFk4iwKbUVEREREimG1WomPjwcgLCzMuYMRERGRWmnQoEG8+eabBfY/9thjJCQkOGFE4kyaIiAiIiIiIiIiIlLNZWdnEx4ezsKFC/n73/9O9+7d6d+/Px988IFDuyVLlnDLLbfQvXt3brzxRqZPn05WVhYA69evJzw8nIiICDp37szAgQMBiI6OZuTIkQ795N93/PhxHn74Ya655hp69erFvffey19//WU/vnTpUm688Ua6du1K//79ef/99yvrU1EnaKatiIiIiIiIiIhINefu7g7A7NmzefPNN3nvvff46aefePjhh2nevDmDBw/miy++ICYmhhkzZnD11VcTFxfHgw8+SFJSEi+//LK9ry+//JI2bdqU+LVzcnIYP3487dq146uvvsLT05MPPviA0aNH8/XXX+Pv78+iRYuYPHkyV111FRs3buTee++lffv29O/fv8I/F3WBQlsREREREREREak1DhyAjRshO9s5r+/uDldcAa1bV07/kZGRdO/eHYAbb7yRiIgIVq1axeDBg/nkk08YPHgw1113HQDt27dn9OjRvPnmmzz//PNlfs01a9Zw6NAh5s2bR2BgIAATJ05k8eLFfP311zz44IN88cUXAKSnp3P8+HHc3d1p0qRJOd9t3aXQVkREREREREREao2//oKkJOeOYevWygtt88+Qbd68OSdPngTgyJEj3HzzzQ7HW7VqRWZmJqdOnbpkv1u3bqVz58727ZycHPv24cOH8fHxoWnTpvbj7u7uNG/enCNHjtj3ff/99zzyyCP4+fkRExNDx44dy/YmRaGtiIiIiIiIiIjUHl27On+mbZculde/xWJx2LZarXh5eQFgMpmwWq2XbF+ULl26sHTpUvt2dHQ0Bw4csPdbmPyvNXDgQNavX89nn33GU089RWhoKF27di3R64sjhbYiIiIiIiIiImVhsUB6uvFIS8v92KABhIU5e3R1VuvWlTfLtTo4ePCgw/bRo0ftM1rDwsLYv3+/w/G4uDi8vb1p2rQpx44dK9NrhoWFkZaWxrFjxwgJCQEgKyuL+Ph4Bg4ciNVq5ejRo4SGhlK/fn2ioqKYM2cOv/32m0LbMlJoKyIiIiJSDBcXF3r27Gl/LiIitZjVCpmZkJEB9es7Htu+HQ4fzg1oMzIK76NtW4W2Uml++OEHBg4cSLdu3YiNjWXHjh088cQTAIwePZrnn3+em266iauuuordu3ezYMEChg8fjptb2WPAa665hlatWhETE8NLL72Eu7s7M2fOJCcnh1tuuYW1a9fy0EMPMWvWLK688kp+++03kpOTVR6hHBTaioiIiIgUw2QyUa9ePWcPQ0REKkJGBpw5A6mpRvha2MNiMe5xHz/e8dykJCjJTMX09EoZugjAvffeywcffMCGDRsIDAxk0qRJXHXVVQDceuutnD17lhdffJEzZ87QrFkzRowYwf3331+u13R1dWXWrFlMnTqV66+/Hg8PDzp27Minn35KcHAwwcHBPPnkkzz33HOcOXOGRo0aMWnSJPuCaFJ6Jmv+4hO1VFpaGrt27aJDhw74+Pg4eziVzmq1kpycTEBAQJF1R0SkZtN1LlL76ToXqf10nYtUAKs1tyxBYY/LL4egoNz28fHw7bcl63vCBMg7O/HPP42Hqyt4e4OPj/GwPbd99PODhg3zDFHXulSM8PBwpk2bxrBhw5w9FMmnpNd5STNKzbQVERERESmGxWKxr4zcokULlUgQEakqGRlG8OriUrBUwZdfwoULRmB7qflorVs7hraXmsiVN4j18QGz2TG07dzZeHh4lOntiIiUlEJbEREREZFiWK1WDh06BEBoaKhzByMiUpskJ8O5c0apgsIeZrPRrk0bGDDA8VxbeYPi5G/j52fMvrUFs/Xq5c6SLe6PcgprRaSKKLQVERERERERkYqTk1N4AJuRUTB43bYNdu4svs/U1IL7fH2N2rP5w9e8j3r1wMvL8TwPD7jiirK/PxEn2rNnj7OHIFVEoa2IiIiIiIiIlExODphMRk1Xm8RE+P333HA2M7Po8/v2dZyt6utbeDsPDyNwtT3y1Ie1u/XWsr0HEZEaQKGtiIiIiIiIiOQu6JWSUvQjIwOuvx7atnU8Lz6+ZK+RmuoY2gYHQ69exqxYX9/c2bHu7hX73kREahiFtiIiIiIiIiJ1QVZWbvjq6gohIY7HlyyB8+eL7yclxXG7Xj3jo4uL4+zYoh55NW5sPERExIFCWxEREREREZHaIjkZTp8ufJZsdnZuu6ZNC4a2Pj5Fh7YmkxG4+voaC3bl5ekJo0cX3C8iImWm0FZERERERESkurNaIS0NLlzIfaSkwFVXOZYSOHgQ/vij+P7yz5YFI8j19DSCWV/f3JDWVrbAxaXo/hTYiohUKIW2IiIiIiLFcHFx4fLLL7c/FxGpVFlZsH27EazmDWgtloJtIyIgMDB3u7CFvVxdC4aw/v4F2/XqVXHvQUREykWhrYiIiIhIMUwmE/6FBRwiIiVltRqLcOUPYi9cgDZtoH17x/YbN5as35QUx9C2cWNj9q2vL/j5GR+9vCrufYiISJVQaCsiIiIiIiJSGbZuhWPHjDqxFy4UPlMWICDAcdvDw3hkZRnb7u5GAFvYI/+5/v7QuXPFvxcREalSCm1FRERERIphsVg4evQoAM2bN1eJBJG6ymqF9HQjhLU9LlwwPlqtMHSoY/szZyA+vvh+09IK7rvhBqO+rJ+f8VFEar2vvvqKZcuWsXfvXlJTU6lfvz69evUiKiqK9vln40utp9BWRERERKQYVquVAwcOABCSf7V1EandTp+GTZtyw1mzufB2JpMxkzbvH3VsZVXc3Izw1d/fcZasrYRBYaGsvteI1CkvvfQSK1eu5Mknn+TGG2/E19eXY8eO8emnnzJy5Ejeeust+vfv7+xhShVSaCsiIiIiIiJ1S06OEcAmJxsP2/Pz5+G666B589y2FgscOVJ8n97ekJEBPj65+yIioFMnx30iIvlYrVa6d+/O4MGDueKKK+z7W7RoQXR0NO7u7kyaNImffvrJ/tFqtZKdnY27uzsmk4lWrVrx1VdfcejQIaZNm8aWLVvIysqiVatW/Otf/+Kaa66x95uUlMSVV15pPxcgKyuLyZMnc/fddwOwceNGpk+fzv79+/Hy8uKKK64gOjqaJk2aABAeHu7Qvqh9NuvXr2fMmDEOr2k2m2nQoAFr164lOzubiIgInn/+eX7++Wc2bNhA/fr1ufvuu/n73/9u72fJkiUsWLCAo0eP0qhRIwYOHMjDDz+Mh4dHgdcIDg7m+++/Jzo6mgMHDrB06VJ7P/n3HT9+nGnTprF582aysrJo164dTzzxBF27dgVg6dKlzJkzh1OnThEYGMjIkSN54IEHyvcPXwyFtiIiIiIiIlL7/fYbnD1rBLOpqUW3O3/ecdvPz/jo6po7W9b2yDt71q2Q/7329q648YtI6WzdCtu2Fd8uKAgGDnTc9/33kJBQ/LmdO0OXLrnb2dmwdGnB/cUwmUzccsstRR6/5557+OCDD1i7di1vvfUWAEePHmXAgAG89957XHvttfa2jzzyCMHBwcTGxuLl5cW7777Lww8/zE8//USDBg0AOHLxD1HfffcdzS/+kSo8PNzex+HDhxk3bhyPPPIIH374IWlpaTz11FOMGzeOr7/+GldX1xK/t/y+/PJL2rRpA8A777zD4sWLAXB3dwdg9uzZvPnmm7z33nv89NNPPPzwwzRv3pzBgwfzxRdfEBMTw4wZM7j66quJi4vjwQcfJCkpiZdffrnQ1yiJnJwcxo8fT7t27fjqq6/w9PTkgw8+YPTo0Xz99df4+/uzaNEiJk+ezFVXXcXGjRu59957ad++faXOflZoKyIiIiIiIjWTbcZs/lmzAQHQt69j22PHIDHx0v15eRVcLMzHB0aNMj5enB0mIjVAdval/0BjU69ewX3p6SU7NzvbcdtqNc7Lv7+UBg4cyPHjxwvsP3ToULHnLlmyBADvi380Gjp0KLNmzWLv3r1ceeWVgBHaenh4EBwcXGgfixcvplmzZvYZrj4+PvzrX/9i2LBhbN682WE2cEWLjIyke/fuANx4441ERESwatUqBg8ezCeffMLgwYO57rrrAGjfvj2jR4/mzTff5Pnnny/za65Zs4ZDhw4xb948AgMDAZg4cSKLFy/m66+/5sEHH+SLL74AID09nePHj+Pu7m6fdVxZFNqKiIiIiIhIzXD8OOzfnxvSFhWqpKcX3BcQYIS2Xl7Gc39/x48BAeDhUfA8k6nwUEdEqjd395Jdu4XNiPf2Ltm5F2eH2tm+X+TfX0rff/+9w/a5c+e46qqr7LNRL+WPP/5g1qxZHDx4kJSUFPv+zMxM+/ODBw/SsmXLIhdWPXz4cIGZqq1atQKMwNcW2k6ZMoWpU6eW7E2VUP7Xbd68OSdPnrS/9s0331xgXJmZmZw6deqS/W7dupXOnTvbt3Nycuzbhw8fxsfHh6ZNm9qPu7u707x5c/usZDD+XR555BH8/PyIiYmhY8eOZXuTJaTQVkRERERERJwvI8MIYpOScj/27esYqCQlwe7dxfeVlVVwX58+0K9f4cGsiNQ+XbqUqkSBg/zlEkrK3d2YmV8GJ0+epGHDhoUGs3/++SeQG5wW5ejRo0ycOJGRI0fyn//8B39/f+Lj44mMjHRoFxcXd8nyASaTCavV6rDPkv8uBODZZ58tUNO2vPK/jtVqxcvLq1TjKkyXLl0KrWlr67cw+V9r4MCBrF+/ns8++4ynnnqK0NBQe83byqDQVkRERERERKqObWGvvOFscrIR2ubXubNjaBsQkPvcy8txlmzembOengX70mxZEammMjIyGD58OHfffTcPPfSQw7GcnBzefvttGjduzNVXX33JfrZv305WVhaPPPII/v7+AGwrpK7v9u3bufPOO4vsJywsjO+++85hny3gLC44Lq+DBw86bB89etQ+ozUsLIz9+/c7HI+Li8Pb25umTZty7NixMr1mWFgYaWlpHDt2jJCQEMBYmC0+Pp6BAwditVo5evQooaGh1K9fn6ioKObMmcNvv/1WqaFt4fOgq9iaNWu4+uqreeyxx4psk5qaSr9+/YiOjrbvs1gsvPnmm/Tp04euXbsybtw44uPjq2LIIiIiIlKHuLi40K1bN7p161bkrYQikkdaGpw4Abt2wdGjBY//+CP88Qfs2QOnThUe2IIR5ubVuDEMHQpjx8KYMcbz/v3h8suhbVto1KjwwFZEpBrz8vLiueeeY9asWbzxxhucOXMGq9XKnj17uP/++zly5AivvfZaseURbIHjr7/+isVi4bfffmPFihUAnDhxAqvVysaNG4mPj6dfv35F9nPXXXdx6tQpPvjgAzIyMjh58iSvv/467du3p1u3bhX0rgv3ww8/sGHDBrKzs/n222/ZsWMHQ4YMAWD06NF8++23/PLLL2RnZ7Nt2zYWLFjA8OHDcStsMcgSuuaaa2jVqhUxMTEkJiaSkpLCm2++SU5ODrfccgtr167l5ptvZt26dVgsFn799VeSk5Nrf3mE2bNns2zZMlq2bHnJdu+88w4XLlxw2Dd//nyWL1/Ohx9+SPPmzXn11Vd56KGH+PLLL4uc2iwiIiIiUlomk4n69es7exgi1YttwZ3EROORlJT7PG95gjZt4OLq5AC4uBizYfMGsvXqGbNk69c3Hrbnvr6Or+nubgS3IiK1zMCBA2nWrBlz5szh9ttv58KFCzRo0ICrrrqKzz///JLlDGw6d+7MxIkTefnll3n++ee5+uqriYmJYerUqcTExGAymZg6dSr3338/l112WZH9hIaG8t577zFjxgzeffdd6tevz9VXX82MGTMqPW+79957+eCDD9iwYQOBgYFMmjSJq666CoBbb72Vs2fP8uKLL3LmzBmaNWvGiBEjuP/++8v1mq6ursyaNYupU6dy/fXX4+HhQceOHfn0008JDg4mODiYJ598kueee44zZ87QqFEjJk2aZF8QrbKYrPkLNFSx+fPnc/vtt/PKK6+QmZnJm2++WaDN7t27ue+++7jpppu4cOECMTExAAwZMoQRI0Ywbtw4AFJSUujduzeffPKJfaU5m7S0NHbt2kWHDh3w8fGp9PflbFarleTkZAICAhRgi9RSus5Faj9d5yK1X424zi0WSEkxgta8fv0Vdu4s/vyGDeGOOxz32W5vtQW05Vy0R6S6qxHXuoiThYeHM23aNIYNG+bsoZRJSa/zkmaUTp9pO2bMmEset1qtTJ48mf/7v/8jPj7ePts2MzOTuLg4IiIi7G19fX1p0aIF27dvLxDaioiIiIiUlcVi4cSJEwA0a9ZMJRKkdjKbc2vM5p05m5RkBLfjxjku4pW3vmxevr65M2br14cGDQq2adu2ggcvIiJSuzg9tC3OkiVLcHd3Z+jQobzzzjv2/UlJSVitVgLy/aIQEBDAuXPniuzParUWWP2tNrK9z7rwXkXqKl3nIrWfrvPqw2KxsHfvXgCaNGmiWVJSYZx+naelGTNmbYuBXWoc585Bkya520FB0KKFEcrawtn69QufNavvY1LHOf1aF6khavJ1UtLrvKTvr1qHtmfPnuWdd95h/vz5pTrvUr9Ep6SkkJ2dXd6hVXtWq5W0tDTg0p8PEam5dJ2L1H66zqsPs9lMZmYmAMnJybi6ujp5RFJbVOp1brFgunABU2IipqQkTImJWJo3x5K3jmFODh67dhXdh4sLVn9/rAEBmFNTseatQ+vtDb17O7a/+F5ExJF+posUb/369YDxu1ZNVNLr3PY7ZXGqdWgbExPDyJEjCy223KBBA1xcXEhKSnLYn5iYSMOGDYvs09fXt87UtAVUL0ekFtN1LlL76TqvPsxmM54XV6QPCAhQaCsVpsKu87Q0SEgwyhmcO2c8kpKMkgd5BQQULGvQuLFxft7Zsg0aGA9/f2PhMBEpF/1MF6n9Snqdp5XwD5zVOrT96quv8Pf359NPPwUgIyMDi8XC//73P9avX0+7du3YsWMHPXv2BIySCUeOHKFz585F9mkymerMN0jbe60r71ekLtJ1LlL76TqvHvL+G+jfQypaqa7zjAyjjEHeMgUAGzbAxRIe+Tp33D5/vuC+228HL6+C+0WkQulnukjtV5LrvKTfA6p1aPvzzz87bM+dO5eTJ08yadIkAO6++27effddevfuTUhICFOmTCEiIoIuXbo4Y7giIiIiIiIVIyfHcdas7bltds748Y61YwMDHc83mYwZtYGBxqNBA+Ojv3/B1/L2rrz3ISJSQ2RkZBAbG8uGDRvYuXMn6enpeHt707FjR3r27ElkZCReXl7OHqbUIU4PbW2zYnNycgCIjY0FYNu2bTRt2tShra+vL97e3vb9d911F2fOnGHChAmkpqZy5ZVX8vbbb1fh6EVERERERCpIaiqsWwdnzxqzaS8lMdEoa2ATHAzduuWGs/Xrg8p4iIgU6/z588TExDB79mwSEhKKbBcUFERUVBTR0dH4F/YHMJEKZrLW1CXZSiktLY1du3bRoUOHOlPTNjk5WfVyRGoxXecitZ+u8+rDbDazZs0aAPr27auatlI2ZrMRtp49azyaNcMaFpZ7nWdnw8cfF32+l1fuzNmOHY1gVkRqBP1Mr55iY2OZMGEC8fHxJT4nNDSUuXPnMmDAgEocmdREJb3OS5pROn2mrYiIiIhIdefi4mK/Q8xFizJJSaSlGeUMbAHt2bPGwmB558xkZ0NYWO62hwf4+RnnNmgADRvmhrSBgSpjICJSgRYuXMjYsWMx2xdsdAeGA0OB7kADIBHYDKwAlgHZxMfHM3DgQObNm8eoUaOqfuBSZyi0FREREREphslkomHDhs4ehlRHVmvBBbx++QV27y7+3LNnC+679VYjnNUfB0REKk1sbCxjxozBYrFc3DMAmAOE5WsZBFwGjASmAvcBqzCbzYwdO5amTZtqxq1UGoW2IiIiIiIiJWErb5CQYDzOnjW2R492rB9bWK1DFxejnEHDhrmP/IuHAdSrV2nDFxERSE5OZsKECXkC2weAd4Hi/lgWBvwAPATMwmw2M378eLZv317uGrfPPvssX375pX07KysLNzc3h7t7tm3bVq7XkJpHoa2IiIiISDEsFgunT58GoHHjxiqRUBdYLHDmTG5Am5BgBLT2/8nPIzERgoJytxs3hpCQ3GC2YUOj3EFhXzd1Y4kREZFq49VXX81Tw3YAJQtsbVyAmcA+YBXx8fHExMQwderUco1pypQpTJkyxb4dHh7Os88+y913312ufqVm02+bIiIiIiLFsFqt7N69m927d1NH1vGtWzIzjTqyeWVlwZdfwtq1sGePMau2sMDWzw8yMhz3BQfDkCHQuze0a2eEtgr6RUScLiMjg9mzZ1/ccscoiVDa788uwOyL58Ps2bPJzMyssDEWJT09nWnTphEZGUn37t259dZbWbFihf14eHg4ixYtsm8vWrSI8PBw+/b111/P66+/Dhh/jB46dCgxMTEcPXqU8PBwjh49am87c+ZMwsPDWb9+faFjeeeddwgPD6dz5872R/v27Xnssccc2t1yyy106tSpyDY///wzI0aMoEePHvTq1YuoqCgOHz5sPz569OgCfebfV1wfNZl+cxARERERkbojIwOOHoXNm+GHH2DRIpg3DzZtcmzn5QW+vrnbJpMxW7ZtWyOMvflmGDsW7r4bmjev2vcgIiJlEhsbS0JCwsWt4RSsYVtSrYA7AEhISCA2Nrb8gyvGSy+9xC+//MKsWbNYv349jzzyCM888wwrV64sdV9fffUVZ86cYeLEiQWOnTp1igULFhR7V1FQUBDbtm2zP3r27FmgTXx8PC+//HKhbRISEnjooYfo168fv//+O7GxsVgsFp544okSv4+K6KM6U3kEERERERGpvc6eNULaM2eMx4ULhbez/098Hl27GmGtrQatm/73SUSkJtuwYUOeraHl7G0osNje75AhQ8rZX9FSUlJYsWIFMTExtG3bFoDIyEj69u3L8uXLueWWW0rcV0ZGBjNmzODxxx/H19eXpKQkh+PTp0/n3nvv5e233y7XmE+fPk16ejotW7Ys9HhQUBDr1q3D29sbNzc33N3dufHGG3nxxRfJycnBrQQ/cyuij+qsZo9eREREREQEICfHCF4bN3YsRXDoEPz5Z9HnubkZgWyTJgWPdepU4cMUERHn2blzZ56t7uXsLff8HTt2lLOvS4uPj8disdCmTRuH/a1ateL7778HoEGDBuzatQuAzMxMTp48WaAfi8XC1KlTCQ0N5fbbby9wfOvWrfz555+8/PLL5Q5tDx48aB9jUZYvX86yZcs4fvw42dnZWCwWzGYzZrPZHrh+9913DjOZs7Ozuemmm0rVR01Vs0cvIiIiIiJ1j9lszKC1zZ49cwaSkoxFvYYPNxb/smnUKPe5m5uxYFhQkLG/USMICDBm04qISK2Xnp6eZ6tBOXvLPd+x34pnuvhzKn9d/bzbDz/8MFOnTmXlypU0adKEhg0bFuhn3rx5eHh4cM8999j7zGvq1Kk88cQTeHp6lnvMcXFxBAYGEpj3Z3IeX3/9Na+++irTpk3jpptuwtPTk2XLlvHMM884tBs0aBBvvvmmfXv06NGl7qOmUmgrIiIiIiLVm8UCe/fC6dNGQJuYWPiiYGDMts37P4hNmsB11xkBbf36WhBMRKQO8/b2zrOVCASVo7fEIvqteM2bN8fV1ZX9+/fTuXNn+/64uDj7TNZRo0Zxxx13kJOTg6+vL4sWLWLjxo0O/YwfP54BAwYwevRobrzxRrp27Wo/9t///hd3d3cGDRpUIWPevn07ERERRR7ftGkTl112GUOHDnU4pzQqoo/qTL+xiIiIiIhI9ZGaCufOOe5zcYE//oDdu40ZtvkDWxcXY/Zs+/bg7+94zNMTwsONIFeBrYhIndaxY8c8W5vL2Vvu+Z0quZyOr68vw4YN4z//+Q9xcXFkZWXxzTffsHbtWu688057Oy8vL3zzLqJZiO7du3PPPffw1FNPkZGRYd8/Z86cCpuhmpSUxP/+9z/69etXZJuQkBCOHj3KoUOHyMrK4uOPP2bPnj0AHD9+vESvUxF9VGf6rUVEREREpBguLi507NiRjh07FruaspRCdjYcPw5btsAPP8CCBbBwIaxdW7Bt48bGR5PJCGDbtYM+fWDoUBg/HoYNg2uvhaZNq/IdiIhIDdKzZ888WyvK2Vvu+Y79Vo5JkybRq1cvRo0axZVXXsns2bOZPn06N954Y6n7euyxx8jJyWH69On2fUOGDKF9+/blHufhw4e57rrr6NixI8OHDy+y3d13380111zD7bffTv/+/UlISOD999+nXbt23HnnnezevbvY16qIPqozkzV/QYxaKi0tjV27dtGhQwd8fHycPZxKZ7VaSU5OJiAgoNA6JSJS8+k6F6n9dJ1LrZOaCvHxRpmD06eNMgeF/e+ImxuMG+c4M/b0aWOGbVCQcbyW0HUuUjfoWq8eMjIyCA0NJSEhAXAH9gJhZejpIBAOZBMUFMTRo0crpA6s1Gwlvc5LmlFqmoCIiIiIiFS8tDRjJm1ep07BL78YZQ7OnSsY2Hp4QEgIdO5sLDaWV+PGxizaWhTYiohI1fLy8iIqKuriVjZwH1BEjfQiWYCoi+dDVFSUAlupFPqNR0RERESkGFarlTNnzgDQqFEjzZLKz2IxQthTp4zHyZOQkgIDBkCbNrntbCUOILfMQePGuY/69Y39IiIilSQ6OpoFCxYQHx8PrAIeAmZSsnmNlovtVwHQokULoqOjK2uoUscptBURERERKYbFYmHnzp0A9O3bF1dXVyePyMkyM3MD2lOnjNIFOTkF250+7Rja+vrC1VcbJQ5qWZkDERGpGfz9/fnoo48YNGgQZrMZmAXsA2YDrS5x5kGMGbZGYOvq6spHH32Ef/4FMEUqiH5LEhERERGR0vnhBzhxoujjbm65M2fzi4iotGGJiIiURGRkJPPmzWPs2LEXg9tVGDVq7wCGAt2BBkAisBlj0bHl2EoiuLq6Mn/+fAYMGFD1g5c6Q6GtiIiIiIjkys6GM2eMEgenTsH583DnnY5tmjRxDG19fY19TZoYdWcDAx0XERMREalmRo0aRZMmTZgwYcLFUgnZwOKLj6KFhoYyd+5cBbZS6RTaioiIiIjUZampRkBrC2nPni24QFhyMgQE5G63aGEsFGYLauvVq9oxi4iIVIDIyEi2b99OTEwMs2fPJiEhoci2QUFBREVFER0drZIIUiUU2oqIiIiI1EWpqfDVV3DhwqXbeXkZi4rlDW2bNjUeIiIiNZy/vz9Tp07lhRdeIDY2lg0bNrBjxw7S09Px9vamU6dO9OzZk8jISDw9PZ09XKlDFNqKiIiIiNRWFosxc/bkSWM2bOvWucd8fIwFxfILDDQCWdssWs0mEhGROsDT05MhQ4YwZMgQZw9FBFBoKyIiIiJSe+TkwOnTRkh74oRR7iAnxzjWvLljaGsyQUgIZGQYIW2zZsbiYR4ezhm7iIiIiNgptBURERERKYbJZKJ9+/b259XK2bOwb58R1CYkGLNrC3PqlHEs7wJhN9xQNWMUERERkVJRaCsiIiIiUgwXFxeaVocarunp4O4Obnl+jT97FrZuLby9j48xg9Y2k7a6Bc4iIiIiUiiFtiIiIiIi1VV6ulHm4MQJOH4cEhNh0CBo0SK3TbNmuc/r189dJKxZM/Dzq/Ihi4iIiEj5KbQVERERESmG1Wrl3LlzAAQGBlZeiYTCQtr8jh93DG39/GDgQGPRMC+vyhmXiIiIiFQphbYiIiIiIsWwWCxs27YNgL59++Lq6lrxL7JqFcTFFX3cZIJGjQqfPduyZcWPR0REREScRqGtiIiIiEhVsc2kTUiAXr0cj9Wr57htC2mbNYPgYGMmrYdH1Y1VRERERJxGoa2IiIiISGXJyjLKGRw/DseOOZY76NDBcdZsSAicPKmQVkREREQU2oqIiIiIVBiLxZhJe+yYEdSeOQNWa+FtT5xwDG1DQ42HiIiIiNR5Cm1FRERERCrS999DTk7B/bZyB8HBxmzapk2rfmwiIiIiUiMotBURERERKY3ERKOMwfHjRvmCfv1yj7m4GGHs0aPGdmCgEdKGhBhBrcodiIiIiEgJKLQVEREREbmUlBQ4cgQOHoQLF2DPHmPWLBghrMVihLU2XbpAu3ZGUOvt7Zwxi4iIiEiNptBWRERERCS/8+dh61Zjxuz585isVi7LzgYXF0x527m4GKGuv3/uvubNq3q0IiIiIlLLKLQVERERkbrNajVq0Lq75+6zWGDnTvumi8lEiIcHuLkZZQ5CQoxHYGDurFsRERERkQqi0FZERERE6p6UFGMWre0REQFXXJF7vH598PWFtDRo3Dg3pG3c2LEUgoiIiIhIJVBoKyIiIiK1X3Y2nDiRG9ImJTkeP3rUMbQFGDQI/PzA3R2r1UpycjKcP09AQAAmza4VERERkUqk0FZEREREaq/4ePjrLzh50ih5UBhPTyOctVodSx0EBtqfWiwWtmzZAkDfvn1xdXWtxEGLiIiISF2n0FZEREREaoe0NLDVnbXJzobjxx3bmUzQpImxYFjz5tCokerSioiIiEi1otBWRERERGomiwVOnzZm08bHQ0ICDBgAbdrktgkJMQJZX18IDTVC2uBgI9wVEREREammFNqKiIiISM2Rnp4b0h49CpmZjsePHnUMbT094e67jdBWRERERKSGUGgrIiIiItXfnj2wcyecOVN0m6Aghzq0dgpsRURERKSGUWgrIiIiItVLZqYxQzavlJSCga2Hh1HuoEUL46OPT9WNUURERESkEim0FRERERHnslrh7Fk4csQoe3D6NAwfDg0a5LYJDYU//4SGDY3nLVpA48bg4uK8cYuIiIiIVBKFtiIiIiJS9bKyjPqztvq0aWmOx+PjHUPbRo1g1CioV69qx3mRyWSidevW9uciIiIiIpVJoa2IiIiIVJ3duyEuDk6cAIul8Db164O7u+M+k8lpgS2Ai4sLLVq0cNrri4iIiEjdotBWRERERKpOfDwcO+a4z80NgoONkgehoeDn55yxiYiIiIhUEwptRURERKTiZGcboezhw3D8OIwcCa6uucdbtoSDB41gtmVLI6ht1syxTTVktVq5cOECAH5+fiqRICIiIiKVSqGtiIiIiJRPaqoR0tqCWrM599ixY0YwaxMWZiwyFhhY5cMsD4vFwqZNmwDo27cvrtU8ZBYRERGRmk2hrYiIiIiUXkICHDoER44Yzwvj5gYpKY77PDxqXGArIiIiIlLVFNqKiIiISOmtWgXJyQX316tnlD1o2dKoU6sZqSIiIiIipabQVkREREQKl5WVO5O2d2/HYy1bwtatxvOgIKPsQYsWxnMRERERESkXhbYiIiIikistzSh7cOiQUZ/WYjH2R0SAr29uu3btICDACG99fJwxUhERERGRWkuhrYiIiEhdl5SUG9SePl14myNHoGPH3O3AQNWmFRERERGpJAptRUREROoqqxWWL4dz5wo/7udnlD0IC4OmTatyZCIiIiIidZpCWxEREZG6wGIxFg5r0CB3n8lklDbIG9oGBkKrVkZQ27BhlQ+zujKZTISFhdmfi4iIiIhUJoW2IiIiIrWV2QzHjsGBA3D4sLFv9Ghwcclt07o15OTkzqj193fGSKs9FxcXe2grIiIiIlLZFNqKiIiI1CY5OXD0aG5Qm53tePzkSQgOzt1u3954iIiIiIhItaHQVkRERKSms1iMRcQOHDAWDMvJKdjG3R1atAAPjyofXm1gtVpJS0sDwMfHRyUSRERERKRSKbQVERERqelMJvjtN7gYKtp5eBglD1q3hpAQcHV1yvBqA4vFwoYNGwDo27cvrvpcioiIiEglUmgrIiIiUlNkZBglD5KToVev3P0mk7F42I4d4OWVG9QGBzvWrxURERERkRpBoa2IiIhIdZaRAcePG+UPjh0Dq9XY37kzeHvntuvUyQhumzZVUCsiIiIiUsMptBURERGpbjIzjZB2/3489u83Zs/mr6F65AiEh+du169vPEREREREpMZTaCsiIiJSXVgs8MMPcPSo8dxqzZ1ZC+DnZ8ymbd0aGjVy3jhFRERERKRSKbQVERERcRar1XEGrYsLZGUZga2tia8vRERA27YQFOSEQYqIiIiISFVTaCsiIiJSlXJyjNIGcXFw7hyMHOkY3LZpAxcuGB9btSLb0xMCAgqWRxARERERkVpLoa2IiIhIZTObIT7eCGoPHzaCW5vTp6FJk9ztDh2gY0cjpLVaITm56scrBZhMJkJDQ+3PRUREREQqk0JbERERkcpgscCxY7B/v7GoWHZ2wTZeXpCa6rjPxaVKhiel4+LiQps2bZw9DBERERGpIxTaioiIiFSGzz4rfJasp6exmFibNtCsmUJaEREREREpQKGtiIiISHmlpICvr+O+Zs1yQ1sPDwgLM4LakBAFtTWQ1WolMzMTAE9PT5VIEBEREZFKpdBWREREpCwuXDBKH+zfb4SzY8YY4azNZZdBVha0bQuhoeDq6ryxSrlZLBZ+//13APr27Yur/j1FREREpBIptBUREREpqfR0OHDACGpPnXI8dvAghIfnbjdrZjxERERERERKSaGtiIiIyKVkZRkLie3fbywsZrUWbNO0qbGomIiIiIiISAVQaCsiIiJyKd98A6dPF9wfGGiUPmjTBvz8qn5cIiIiIiJSaym0FREREbE5d84IY/Nq1So3tPXzyw1q87cTERERERGpIAptRUREpG5LSYF9+4xHUhIMH+4YyLZpY7Rp2xaaNHHaMEVEREREpO5QaCsiIiJ1T1aWsaDYvn1w4oTjsb17oXfv3G1fX+jTp2rHJyIiIiIidZpCWxEREakbLBaIjzeC2sOHwWwu2KZZM2jcuOrHJtWeyWQiODjY/lxEREREpDIptBUREZG64ZdfjFm0+dWvD5ddZjx8fat8WFIzuLi40K5dO2cPQ0RERETqCIW2IiIiUvukpoKXF7i65u5r1So3tPXyMmrUXnYZNGrknDGKiIiIiIgUQaGtiIiI1A45OUbZgz174NgxGDAAWrfOPR4aCuHhRnjbvDm4uDhvrFLjWK1WsrOzAXB3d1eJBBERERGpVAptRUREpGY7fdqYQbt/v7HAmM3evY6hrYsLXHdd1Y9PagWLxcJvv/0GQN++fXHNO4tbRERERKSCKbQVERGRmictzVhQbM8eSEoqeNzPTwuKiYiIiIhIjaXQVkRERGqWPXuMRcWsVsf9bm7GzNp27aBZM9Dt6yIiIiIiUkMptBUREZHqzWJxrD/bpIljYNu0qVGrtnVrcHev+vGJiIiIiIhUMIW2IiIiUv2kpxvlD/buhTZtoHv33GP16xsBbf36xqxaf39njVJERERERKRSKLQVERGR6sFqhaNHYfduOHzYmGELkJPjGNoCREZW/fhERERERESqiEJbERERca4LF4w6tXv2QGpqweM+PpCRAV5eVT82ERERERERJ1BoKyIiIs5x/jysWQPHjhU85uNjlD4ID4eAgKofm0g+JpOJpk2b2p+LiIiIiFQmhbYiIiLiHN7ecOpU7rbJBC1aGEFtixaOi4+JOJmLiwvt27d39jBEREREpI5QaCsiIiKVKysLDhwwShx065a7393dWGTsxAlo396YWevj47RhioiIiIiIVBcKbUVERKRynDxp1KmNizMWE3Nzg44dwcMjt83VVxv7dbu5VHNWqxXLxcXxXFxcVCJBRERERCqVQlsRERGpOJmZsHcv7NoFSUmOx3JyID7emF1r4+5epcMTKSuLxcKaNWsA6Nu3L66urk4ekYiIiIjUZgptRUREpPxOnjSC2gMHwGx2PObhAW3bGiUQgoKcMz4REREREZEaRKGtiIiIlI/VCqtXw/nzjvubNoUOHaBVK6MEgoiIiIiIiJSI/g9KRERESufcOQgMzN02mYxZtH/8AZ6exoJiHTpA/fpOG6KIiIiIiEhNptBWREREipeVBfv2GSUQzp2DkSMdQ9nwcKhXT7NqRUREREREKoD+r0pERESKdvq0EdTGxRkLidns3g29e+due3vDZZdV/fhERERERERqIRdnDwBgzZo1XH311Tz22GMFjn333XfccsstdO/enRtvvJElS5Y4HJ83bx79+/enS5cujBgxgh07dlTVsEVERGqnrCzYuROWL4cVK2DPHsfAtkkTaNzYacMTERERERGp7Zw+03b27NksW7aMli1bFji2detWnnzySWbMmMF1113Hb7/9xgMPPECbNm244oor+PHHH5kxYwbvv/8+Xbt25cMPP+T+++/nhx9+wMfHxwnvRkREpIbbscOoTZud7bjfw8OYSduhg2M9W5E6wmQy0ahRI/tzEREREZHK5PSZtp6enkWGtklJSfzjH//g+uuvx9XVlb59+xIeHs6GDRsA+Oyzzxg+fDi9e/fG29ubhx56CICffvqpSt+DiIhIreHj4xjYNm4M110H994LffoosJU6y8XFhU6dOtGpUydcXJz+K7SIiIiI1HJOn2k7ZsyYIo9de+21XHvttfbtnJwcTp8+TcOGDQHYuXMngwcPth83mUx06NCB7du3c/PNN1feoEVERGq6lBSjLm1wsPGwadkSAgKMfR07wsWfuSIiIiIiIlJ1nB7alsbrr7+Oh4eHPZBNTEykft6Vq4GAgADOnTtXZB9WqxWr1VqZw6wWbO+zLrxXkbpK17mUmtUKx44Z9WoPHza2ExKgWbPcNiYTjBhhfLSdI06j61yk9tN1LlI36FoXqf1Kep2X9PtAjQhtrVYrr7/+Ol9//TXz5s2z16stqp7YpeqMpaSkkJ2/Tl8tZLVaSUtLA1R3TaS20nUuJZaZicv+/bju2YPp/HnHY3v3ktWtG3h5OWVocmm6zqsPs9lsL9HVs2dPXF1dnTwiqS10nYvUDbrWRWq/kl7nmZmZJeqv2oe2FouFSZMmsXXrVpYsWUJISIj9WIMGDUhKSnJon5iYSLt27Yrsz9fXt04sUmZL7QMCAvQDQaSW0nUuxUpIMGbV7t8POTnGPm9v46OPj7GoWIcOeNeBn4s1la7z6sNsNuPp6QkY/x4KbaWi6DoXqRt0rYvUfiW9zm3BbnGqfWg7depU4uLiWLRoUYFSCJ07d2b79u0MHToUMH6Z3rlzJ8OHDy+yP5PJVGe+Qdrea115vyJ1ka5zKVJSEnzxRe627WskOBg6dTJq12oxpRpB13n1kPffQP8eUtF0nYvUDbrWRWq/klznJf0eUK1D2z///JOVK1fyzTffFAhsAe666y4effRRIiMj6dKlCzNnzsTLy4vrr7++6gcrIiLiTBaLYwhbvz40aQKnToGHB7RrZywsVsjPUxEREREREalenB7adu7cGYCci7dtxsbGArBt2zaWL1/O+fPn6devn8M5PXv25KOPPuLaa6/lySefZNKkSZw9e5aIiAg++OAD+61rIiIitd7Jk7B9O5w/D8OGOR67/HJISYG2bcHd3TnjExERERERkVJzemi7bdu2Io9NnTqVqVOnXvL8u+++m7vvvruihyUiIlJ9mc0QF2eEtQkJufuPHzfKH9iEhlb92ERERERERKTcnB7aioiISAmlphoLi+3aBRkZjse8vSE93TnjEhERERERkQql0FZERKS6s5VAOHgQLq5IateoEUREQOvWoNXsRSqNyWQiMDDQ/lxEREREpDIptBUREanudu6EAwdyt11cjJA2IgIaN3beuETqEBcXF7p06eLsYYiIiIhIHaHQVkREpDpJSTFKHeSdNRsRAfv3G/s7doQOHcDHx3ljFBERERERkUql0FZERKQ6OH0atm41SiBcdx20a5d7rHFjGDgQmjdXCQQREREREZE6QKGtiIiIs1gsRki7bZsR2tps3+4Y2gK0bFm1YxMRB2azmbVr1wLQp08fXPUHFBERERGpRAptRUREqlpWFuzaBTt2GOUQ8vLyghYtjEDXxcU54xORQlksFmcPQURERETqCIW2IiIiVSUtDTZvhj17ICfH8VhgIHTuDG3bqgSCiIiIiIhIHafQVkREpKpYLLBzJ1ituftatDDC2pAQ541LREREREREqhWFtiIiIpXBbIbkZGMGrY2vL7RqBUeOGDVrO3eGgADnjVFERERERESqJYW2IiIiFSkjw5hNu2MHmExw992O5Q5694a+fcHT03ljFBERERERkWpNoa2IiEhFSEqCrVth3z5jlq1NXJwxq9bG17fKhyYiIiIiIiI1i0JbERGR8jhxAv76yyh5kJfJZJRCyFseQURqtPr16zt7CCIiIiJSRyi0FRERKYtDh2DzZjhzxnG/hwe0bw8REZpVK1KLuLq60q1bN2cPQ0RERETqCIW2IiIiZXHypGNg6+trBLXt2xvBrYiIiIiIiEgZKbQVEREpTloauLk5hrEREbBtm1H+oGtXaN0aXFycN0YRERERERGpNRTaioiIFCUxMXdxsR49oHv33GO+vjB8ODRo4LzxiUiVMZvN/P777wD07t0bV1dXJ49IRERERGozhbYiIiL5HT9uLC4WH5+7b8cO6NIF8gY1CmxF6pTs7GxnD0FERERE6giFtiIiIgAWCxw4YMysTUhwPObhAe3agdnsGNqKiIiIiIiIVAKFtiIiUrfl5MCePcbM2pQUx2O+vsbs2vBwcHd3zvhERERERESkztGKKSIiUrdZLPDHH46BbVAQDBgAd91lLDimwFZERERERKRYPx38iZYzWmJ60cTHWz6+ZNsDiQe48ZMb8Z3qS6N/N+KpH5/CYrVUzUBrAIW2IiJSt+SvSenhAR06GM9DQ+Hmm2HYMGjTBlz0Y1JERERERCSvcSvGETYjrMD+5356jsj5kaRmpRbbh9VqZejiofx65Fee7vs0N7S+gdd+e423179dCSOumfR/oyIiUjckJsLq1bBwIWRkOB7r2hWGD4ebboLgYKcMT0REREREpCb788SfLLpjERN7TSy27YbjG9h2ehuju4zm6b5P8/HQj6nnXo85m+YUec6n2z6l48yOeE7xpPVbrflw04cOx38/+jumF00FHjWVQlsREandTp2C77+Hzz6DvXshKwt27nRs4+0NgYHOGZ+I1Bh+fn74+fk5exgiIiIi1dKKu1ZwZ8SdJWq75eQWADo26giAh6sHbQLbsPPMTjJyMgq0Xxe/jlGfj8LTzZPXIl+jdYPW3LfyPmIPxNrbHEg8AMCdne5k9i2zaejdsJzvyLm0EJmIiNROR47Ali1w8qTjfk9PcNOPPxEpHVdXV3r06OHsYYiIiIg4RXp2OsmZycbznHTMVjMnU4z/1/J28ybAKwAPV48S93c27SwAvh6+9n1+Hn5YsXIu/RzBfo53QM5YPwOAKf2n0CO4B5GtI4l4P4I5m+YQ2ToSgD0JewAY0XEEd3S8gym/TOFs+tmyveFqQP/XKiIitYfFAnFx8NdfcO6c47F69aBLF2jfXguLiYiIiIiIlMKSHUsY/+V4h33NpjcDYGzXsXw89ONS9WfFWuQxEwVLGtgC2ZsX3eywf8eZHfbnW09vBaBDow6lGkt1pdBWRERqj127YO1ax33160O3btC2rRYWExERERGpZX46+BPjvxzPkeQjzL1tLuO6jSuy7Xf7v2Py6slsP72deh716BfWjzdufIMQ/5CqG3ANdUPrG/h21LcATF83na2ntjJv6DwAQvxK//kL8gkCICUrxb7vfOZ5XE2uNPQpWNbAZDKC3A9u/oDQgFD7fh93H8BY2Gxd/DrqudcjvGF4qcdTHSm0FRGR2uOyy2DDBqNubZMmRljbogWYam7xeRGpHsxmMxs2bACgZ8+euLq6OnlEIiIidce4FeNYfWg1h/55yGH/cz89xytrXiHQu/j1Kbae2sqti26lmV8zplw/hd/if2PpjqWcSjnF6nGrK2fgtUiIf4g93F68fTH7zu5jUNtBpepjd8JuANoHtadHM6Ps1M4zxnojGTkZ7D+3n85NOhdaZqFdw3ZsObmFIJ8gBrUdRGpWKmvj19oD443HN3Iq9RQ3tb0JV5fa8XuaQlsREal5MjJg2zYjjL3iitz9Hh7Qpw/4+UHTps4bn4jUShkZBRfFEBEREef588SfLLpjEbsSdvHizy9esu259HM8cuUj3BZ+G31b9uW+y+/js52f8eeJP4s859NtnzLllynEJcYR4hfCM32f4W+X/81+/Pejv3PVh1cVOM/6QtG3/tdm03+bTmJGIr8c/gWAz3d9zv5z+7m82eUM6zCMDjONsgXWF6z0CO5Bz+CeLNi2gFYNWrHpxCbSc9J5qOdDhfb9SK9HWLpjKY9+9yhxiXH8eOBHfoj7gfcGv8eVmVfy/OrnAQjwCmDOpjlA7izeOZvmcN/l91X2269wCm1FRKTmSE016tXu3g05OcaCYp06gbd3bpvLLnPe+EREREREpMqsuGsFHq4eTF49udi2/cL60S+sH1nmLOKT41myYwkAt7e/vdD26+LXMerzUXRr2o3XIl9j5d6V3LfyPlrWb2lf+OpA4gEA7ux0J5GtI4mOja7RC1+VVFH1a9/54x0OJx+2b6/cu5KVe1cytutYhnUYVqD9spHL+PvKv/Pizy8S4BnAy/1fLjJc7dOiD/OGzuOVNa/w9KqnCfEP4fUbXueBng8wefVkvtv/HWDMAl68fbHDuVEroxTaioiIVIrz52HLFti711hszMZigZMnoVUrpw1NREREREQqXnp2OsmZycbznHTMVjMnU04C4O3mTYBXQKG30Rfnt/jf6D+vPyZMTOg2gf/c8p9C281YPwOAKf2n0CO4B5GtI4l4P4I5m+bYQ1vb4lgjOo7gjo53MOWXKXUitC1K/vIV+eWfgdwioAXf3ftdifsf03UMY7qOKfL4wUcPElY/zGHfuBXjmPfXvBK/RnWi0FZERKqvc+eMsDYuDqx5fsC7uUH79tClC/j6Om14IiIiIiJSOZbsWML4L8c77Gs2vRkAY7uOLXK2Z3G6NOnCV3d9xQ9xP/DuhndJykxi+cjlBdrZAtmbF93ssH/HmR3251tPbwWgQ6MOZRqLyKUotBURkerp119h507HfR4e0LEjdO7sWBJBRERERERqlRta38C3o74FYPq66Ww9tZV5Q40Zk7bFp0or25yNn4cft4Tfwi3ht/DToZ/4fNfn7Dyzk46NOjq0NV1czPiDmz8gNCDUvt/H3QcAq9XKuvh11HOvR3jD8DKNR+RSXJw9ABERkUIFBOQ+9/IyFhy75x7o1UuBrYiIiIg4zU8Hf6LljJaYXjTx8ZaPi2z38ZaPMb1owvSiCZeXXGjwVgNcXnLB9KKJQ0mHqmy8NVWIfwiD2g5iUNtBhPiF4O3mbd/u3KRzifrYnbCb3Qm7AXjyxyfxnOLJ/L/m249nm7MBcDW5Fji3XcN2AAT5BDGo7SD6tuiLi8nFHhhvPL6RU6mnuLbltbi6FDxfqs7kfpOxvmAtUBoBjPq7NXVhOM20FRER54uPh/r1wc8vd1+HDkYN23btjOdu+pElIs7l4+Pj7CGIiEgVGbdiHKsPrS5Qo/O5n57jlTWvEOgdWGwffUL7MPuW2YAxKzM9PZ1X/3iVlKyUEp0vxZv+23QSMxL55fAvAHy+63P2n9vP5c0uZ1iHYXSYaZQtsL5g5fb2t/PGujd4+qenOZd+jt0Ju9l3bh+dG3embWDbAn0/0usRlu5YyqPfPUpcYhw/HviRH+J+4L3B73Fl5pU8v/p5AAK8ApizaQ4AKVkpAMzZNKdGLnwl1Yv+D1hERJzn8GH4809ISDCC2b59c4+5ucEddzhvbCIiebi6utKrVy9nD0NERJzszxN/suiORexK2MWLP794ybaXNbyMyxpeBhih7byN8zh+4TivRb6Gv6d/oed8uu1TpvwyhbjEOEL8Qnim7zP87fK/2Y//fvR3rvrwqgLn1dSZhCVVVP3ad/54h8PJh+3bK/euZOXelYztOpZhHYY5tL0q9Cq+uPMLXv7lZV78+UV8PXwZ2Wkkr0W+VuhM2T4t+jBv6DxeWfMKT696mhD/EF6/4XUe6PkAk1dP5rv9xgJai7cvZvH2xQ7nRq2MUmgr5abQVkREqpbVCocOwaZNcDbPyqp79kCPHqCZbCIiIiJSTa24awUerh5MXj25VOelZqXyzC/P0DKgJY/2frTQNuvi1zHq81F0a9qN1yJfY+Xeldy38j5a1m9JZOtIAA4kHgDgzk53Etk6kujYaM6mny20v7og/0zo/PKH2bZatiU1pusYxnQdU+Txg48eLHBL/rgV45j317wSv4ZIUVTTVkREqobVCnFxsHw5/PijY2AbFASRkapVKyIiIiJOk56dzsmUk5xMOUl6Tjpmq9m+nZyRDICHq0eZ+n7j9zc4nnKcJ65+osg+ZqyfAcCU/lO4M+JO3hr0FoD91nuAPQl7ABjRcQT3XX4fvh6+ZRqPSHUSnxzPmdQzzh5GtaOZtiIiUrlsYe2mTZCU5HisUSNjdm2LFk4ZmohISZnNZv78808AevTogaurFhwREaltluxYwvgvxzvsaza9GQBju44t8hb94qRlp/HW+rcI9ApkQvcJRbazBbI3L7rZYf+OMzvsz7ee3gpAh0YdyjQWkeomLTuNTu91olG9RsQ9Eufs4VQrFRraZmZm8u233zrsGzp0aEW+hIiI1DRWK/zxB6Sk5O5r3NgIa0NDnTcuEZFSSktLc/YQRESkEt3Q+ga+HWVkGtPXTWfrqa3MG2rc5h7iF1LmfpftXMa59HPc0+EevNy8imxnMpkA+ODmDwgNyP092cfdKB9mtVpZF7+Oeu71CG8YXubxSPlN7jeZyf0mF3rs46Eflzngr4uSMpK4kHWB9Jx0Zw+l2il1aLthw4YijyUnJxMdHW3fNplMCm1FROoaqxUu/sIJgIsLdO8Oa9ZA06ZGWBtS9l96RUREREQqQ4h/CCH+xu+pi7cvZt/ZfQxqO6hUfexO2A1A+6D29n1f7fkKgMFtBl/y3HYN27Hl5BaCfIIY1HYQqVmprI1faw+MNx7fyKnUU9zU9qZCF84SqUkWb1/MphObeLDng/Z95zPP8/Sqp7kt/DZuaHODE0dXPZQ6tB09erT9rz/5Wa1WTCYTu3btKvfARESkhjGbjcXE/voLbroJ6tfPPdaunbHdrJmzRiciIiIiUm7Tf5tOYkYivxz+BYDPd33O/nP7ubzZ5QzrMIwOM42yBXkXwNp8cjMAXRt3vWTfj/R6hKU7lvLod48SlxjHjwd+5Ie4H3hv8HtcmXklz69+HoAArwB7nduULONutjmb5nDf5fdV7JsVqUTT10xn45qN/Pnpn/AHmHPM9PqxF3tc9rCl9xb6Tu6Ll1fRM9PrgjKVR3j99dfx9/cvsD85OZknnnii3IMSEZEaJCfHCGu3bIHUVGPfli3Qr19uG1dXBbYiIiIiZXA69TSP//A4P8T9QHp2Ol2bdiVmQAx9WvQptH22OZuXf3mZab9OI8eS4xAeSskVdXv7O3+8w+Hkw/btlXtXsnLvSsZ2HcuwDsMKPedkykkAGvs0vuRr9mnRh3lD5/HKmld4etXThPiH8PoNr/NAzweYvHoy3+3/DjBmKC7evtjh3KiVUQptpUY4f/48MTEx7H5/NyTBT/wEgBUre/YadZ3X/ryW0A9DiYqKIjo6utAMsi4oU2jbu3dvGjZsWGB/QkJCuQckIiI1hNkMu3YZAW3+Oo+ZmQXLJIiIiIhIkcatGMfqQ6s59M9DDvtHfT6K2AOxPHjFgwT7BfPKmlcY8ukQ9j68l8b1HEPAc+nnGDB/AHvP7sXNxY0cS04VvoO6If+/T36FheSpT6ditVpJTk4utv8xXccwpuuYIo8ffPQgYfXDHPaNWzGOeX/NK7ZvMWTmZHLzopvpH9afp/s+7ezh1CmxsbFMmDCB+Pj4YtsmJCQwbdo0FixYwNy5cxkwYEAVjLB6cSnLSXv37iXVNptKRETqFrMZdu6ExYvht98cA9uwMLj9dhg4UIGtiIiISDldyLxARk4GIzuNZOaQmTxz7TMMvmwwyZnJrItfV6D98QvHaeDVgG0PbKNJvSYleo0Zv8+g9Vut8ZziSceZHfl679cOxxdvX4zpRZPDI2xGWEW8PRGn2H56O7EHYvngzw+cPZQ6ZeHChQwaNChPYOsO3A0sAfYCZy5+XHJxvzsA8fHxDBw4kIULF1b9oJ2sTDNtJ0yYAEDjxo1p3749Xbt2pU+fPgQHB1fo4EREpJpJTob//hdSUhz3h4UZC4wVcheGiEhtUdfrqolI1fPz9GPN+DX2bYvVws4zOwHwdvcu0D68YTirxqwqch2a/BZtW8Rj3z9Gv7B+PHrlo8zfOp9hS4ax9YGt9oW0DiQeAODBKx6ke7PuRK2MKu/bEnGKo+ePkpGTgRVjNrQVK1arlT+O/UHnJp3xcfdx8ghrr9jYWMaMGYPFYrm4ZwAwBwjL1zIIuAwYCUwF7gNWYTabGTt2LE2bNq1TM25LHdr+8ccfHDlyhIMHD7J371527NjB7NmzeeeddwgKCqqMMYqISHXh52fUp7VRWCsidYSrqyu9e/d29jBEpJZJz04nOdO4ZT49Jx2z1Wyvf+rt5k2AV4C9rdVqZeI3E9mVsItOjTrRP6x/gf7cXd1L9foz1s8A4K1Bb9G4XmPCg8K5aeFNfLzlY2IiYwDYc9aoMTmh+wR6BPdQaOskk/tNZnK/yYUe+3jox0XW4JVc/T/sz5FNRxjqPxRWw2lO02NlDzabNzM8cjif/N8n+gNtJUhOTmbChAl5AtsHgHcp/ub/MOAH4CFgFmazmfHjx7N9+/Y6U+O21KGtv78/ERERRERE2PdlZWXxxx9/sGDBAn7++WdmzpyJ1Wr85WLixIkVN1oREak6FgucOAEhIbn7XFyMkHb/frjiCtAf60RERETKbMmOJYz/crzDvmbTjcVbx3Ydaw/iLFYLf1/5dz7c/CFN6jVh6YilpQ5oC7MnwQhku87q6rB/x5kd9udbT23FhInwoPByv56IM9gWvjr87mGyL2SzlKUAZJDB5p2bAVj28zJWv7W6zi98VRleffXVPCURBlCywNbGBZgJ7ANWER8fT0xMDFOnTq2EkVY/ZSqPkJ+HhwfXXHMNHTt2ZPjw4SxfvhwAk8mk0FZEpKaxWIxQdtMmOH8ehg+HwMDc423bGg8RERERKZcbWt/At6O+BWD6uulsPbWVeUONBaVC/Iw/nFutVsatGMcnWz8hvGE4X9/zNW0DK+Z3MVsZhS/v+hIPVw/7/obexl1U5zPPs/30dto1bIevh2+FvKZIVdLCV86VkZHB7NmzL265Y5REKO3yWi7AbCAcyGb27Nm88MILeHp6VuBIq6cyhbbZ2dnExsayadMmEhISePbZZwkMDOTMmTP89NNPFT1GERGpClarEdb++acR1tr8+SfccIPzxiUiUg2YzWa2bNkCQLdu3XDNWypGRKSMQvxDCPE3wtnF2xez7+w+BrUd5NAm5tcYPtn6Cb1CevHdqO9o4N3AfizbnE1cYhzuLu60CWxT6tdv17Adfxz7g1D/ULo3686Z1DNsPbWVZn7GbN/v939PjiWH61tdX453KeIcCxcuZOzYsZjN5ot73IHhwFCgO9AASAQ2AyuAZUC2feGrefPmMWrUqKofeC0SGxtLQkLCxa3hFKxhW1KtgDuAxSQkJBAbG8uQIUMqYojVWqlD21OnTjFhwgTi4uIICAjgwoUL/Otf/yIxMZE77riDjz/+mCuuuKIyxioiIpXBaoW4OCOcTU52PBYSAl26OGdcIiLVzIULF5w9BBGpY45fOM6LP78IQGSrSJbvWm4/dl3L63B3dafDzA60DGjJoX8e4mDiQT7c/CEASRlJADz707MA/K3732jVoJVD/4/0eoR7v7iXMSvGMK7rOJbuXMofx/7gv/f8lwOJB3jtt9cAcDW5MmfTHPt5KVkpLNm+hDsj7qy0916bJKYnMmzJMO647A4euvohZw+nTtDCV9XDhg0b8mwNLWdvQ4HF9n4V2hbi1VdfxdXVlS+++IIOHTrQvXt3ANq2bcvo0aN55513mDdvXoUPVEREKpjVCgcOGGFtUpLjseBgo2Zt06ZOGZqIiIhIXVPYQlJ7z+4l05wJwNRfHWs4zr1tLv3C+jnsO5x8mFfWvOKwz7Yd2TqyQGg7qssojl84zrsb3uXpn56mdYPWzB86n8GXDWbcinFsPL4RgHc3vOtw3tn0szwV+5RC2xL69civrD68mtSsVIW2VUALX1UfO3fuzLPVvZy95Z6/Y8eOS7SrPUod2q5du5aZM2fSoUOHAseGDx/OXXfdVSEDExGRShYfD6tWOe5r1swIa5s1c86YRERERMSuX1g/rC9YL9km7/GStM/viT5P8ESfJ0rUv/11Pu7HoaRDpXqduuhw0mHcXd2xcvFzaDVqFG88vpHuzbrj5lIhywxJPlr4qvpIT0/Ps9WgyHYlk3u+Y7+1V6m/Q6SnpxOYd0GaPEwmE1lZWeUelIiIVIHQUGOBsXPnjBm1V1xhzLAVERGROut06mke/+Fxfoj7gfTsdLo27UrMgBj6tOhToO3k1ZPtt+7nV9rgUKS2sVgtdHmnCxyAAZ4DYA3sdd1LxKcR7DLt4v5b72fGgzPw8vJy9lBrFS18Vb14e3vn2UrEKEdRVolF9Ft7lTq0bdOmDZ999hlPPfVUgWPffvstbdqUvvi5iIhUsqNH4fhx6NUrd5/JBH36gMVi1K4VERGROmPcinGsPrSaQ/885LB/1OejiD0Qy4NXPEiwXzCvrHmFIZ8OYe/De2lcr7FD21vDb6W5f3P7do4lh//74f8I8inP/5SL1Hznz58nJiaG1HdSMaeY+YIvAEi++B/Af37+D8unLScqKoro6Gjdfl9BtPBV9dKxY8c8W5sx6geX1Wb7s06dOpWjn5qj1KFtVFQU//rXv/jrr7/o1asXZrOZpUuXcvjwYWJjY5k+fXpljFNERMri5EnYsAFOnDC2w8KgcZ7/4VIZBBEREbnoQuYFMnIyGNlpJDOHzARg88nNLN+1nHXx67it/W0O7S9vdjmXN7vcvv3vtf8mNTuVuTfMLfI1Zvw+g7fXv82xC8do06ANr93wGje3u9l+fPH2xdy9/G6Hc2yLbEnV+njox4XW2QVYPW51lY6lJomNjWXChAl5bs8vWkJCAtOmTWPBggXMnTtXC15VAC18Vb307Nkzz9YKjAXfympFEf3WXqWdI87gwYN5/fXXOX/+PLNmzSIrK4vZs2dz8OBB/v3vf3PTTTdVxjhFRKQ0EhLgu+/gq69yA1uAPXucNyYRkRrO3d0dd3d3Zw9DpNL4efqxZvwalgxfAhi3d+88Yywi4+1+6VtRj50/xos/v8hVza9iRKcRhbZZtG0Rj33/GC3rt+S1yNfwdvdm2JJh7E7YbW9zIPEAAA9e8SCzb5ldaD8i1dXChQsZNGhQnsDWHbgbWALsBc5c/Ljk4n7jZ0p8fDwDBw5k4cKFVT/oWkYLX1UvkZGRBAXZ7r5YBhwqY08HgeUABAUFERkZWf7B1QBlqnp98803c/PNN5OSkkJqaip+fn74+PhU9NhERKS0kpJg40Y4cMBxf0CAUbO2dWunDEtEpKZzdXWlT5+CNT1FapL07HSSM41bs9Nz0jFbzZxMOQmAt5s3AV4B9rZWq5WJ30xkV8IuOjXqRP+w/pfs+/n/PU9qdirPXvtskW1mrJ8BwFuD3qJxvcaEB4Vz08Kb+HjLx8RExgCw56zxB+YJ3SfQI7gHUSujyvx+RapSbGwsY8aMwWKxXNwzAKOeali+lkEYt4iPBKYC9wGrMJvNjB07lqZNm2rGbTlo4avqxcvLi6ioKKZNmwZkY3y9/0Dp5pBagKiL5xsVAOpKfeFyLVXo6+uLr69vRY1FRETK6sIF+PNP2LcPrHkW/vD1hcsvh3btwKXUN1eIiIhILbJkxxLGfzneYV+z6UappLFdx9pvhbdYLfx95d/5cPOHNKnXhKUjluLuWvQs86PnjzJ/63w6NerE4MsGF9luT4IRyHad1dVh/44zuTPYtp7aigkT4UHhpXpvIs6UnJzMhAkT8gS2DwDvUnwwFYYRYD0EzMJsNjN+/Hi2b9+uGrdlpIWvqp/o6GgWLFhwcQb6Koyv95mULLi1XGy/CoAWLVoQHR1dWUOtdsoV2oqISDWRmAh79+Zue3tD9+7QoQO4ujpvXCIiIlJt3ND6Br4d9S0A09dNZ+uprcwbOg+AED9jUVKr1cq4FeP4ZOsnhDcM5+t7vqZtYNtL9vvR5o/IseQwomPhZRFsTCYTAF/e9SUerh72/Q29GwJwPvM8209vp13Ddvh6aHJQeRy/cJyHv32Yh3o+xPWtrnf2cGq9V199NU9JhAGULLC1ccEIsPYBq4iPjycmJoapU6dWwkhrPy18Vf34+/vz0UcfMWjQIMxmMzAL4+t9NsaCb0U5iDHD1ghsXV1d+eijj+rUHzQ07UpEpDZo0QKaNAFPT+jVC+6+GyIiFNiKiFQQs9nMli1b2LJly8X/4RCpeUL8QxjUdhCD2g4ixC8Ebzdv+3bnJp0BiPk1hk+2fkKvkF6s+9s6h8A225zN7oTdxJ2Lc+j3qz1fARRYqCy/dg3bARDqH8qgtoPo0awH7i7uNPMzZvt+v/97ciw5ChkrwH/3/pfPd33O+xvfd/ZQar2MjAxmz7bVX3bHKIlQ2qjFBSPAMma0z549m8zMzAobY11ScOGr8sg9v64sfFVZIiMjmTdvHq72/z9dBYRz6ZrP4eQNbOfPn1/nSodopq2ISE2SlQVbt8LZs3DjjY7H+vcHLy/w8Cj8XBERKZekpCRnD0GkUh2/cJwXf34RgMhWkSzftdx+7LqW1+Hu6k6HmR1oGdCSQ/88BECOJYdtp7fh4epB58adL9n/I70e4d4v7mXMijGM6zqOpTuX8sexP/jvPf/lQOIBXvvtNQBcTa7M2TTHfl5KVgpLti/hzog7K/gd1z5nUs/g4+6D2Wr8cclsMWOxWjh6/igtAlo4eXS1U2xsLAkJCRe3hlOwhm1JtQLuABaTkJBAbGwsQ4YMqYgh1im2ha+Mf5NlGHWDw8rQU91c+KoyjRo1iiZNmjBhwoSLM9OzgcUXH0ULDQ1l7ty5dS6wBYW2IiI1Q04ObN8OW7YYwS3AsWNGzVqbOnSbiIiIiJSPrX5tXnvP7iXTbMzum/qr463Zc2+bS7+wfgXOSUxPJMucRTPfZri6XPoOn1FdRnH8wnHe3fAuT//0NK0btGb+0PkMvmww41aMY+PxjQC8u+Fdh/POpp/lqdinFNoW41z6OVpNb0WTU00IzwqH3+A3z9/oMLMDe1328sI9LxA9JhovLy9nD7VW2bBhQ56toeXsbSi2AGvDhg0KbctAC19Vb5GRkWzfvp2YmBhmz56d5w8eBQUFBREVFUV0dHSdKomQl8lqzbtiTfnk5OQA4OZW/bLgtLQ0du3aRYcOHfDx8XH2cCqd1WolOTmZgIAAe+0oEamBzGbYtQs2b4a8K5a6uGDt1YvkFi10nYvUYvp5Xn2YzWbWrFkDQN++ffPc3idSPrrODeNWjGPeX/OwvlDwf0/7fdyPQ0mH7LN7paDz588zZeoUXn/3daypRf8vvkKQipWVBSNHjuDLL5dd3LOX8tVQ3YtxSzgMHz6czz77rJwjrJvOnz9PREREnjrD/6D0C1/NAoyFr7Zt26brpRJkZmYSGxvLhg0b2LFjB+np6Xh7e9OpUyd69uxJZGRkjQvLS/ozvaQZZYWmq7fccguHDh2iZcuWdO/e/eJfNkREpNSsVti3DzZuhJSU3P0mE1x2GfToYcyyTU523hhFRERExOliY2Pz3G58aQkJCUybNo0FCxbU2duNLyUrCzIyjLkS6em5z/N/tD23WODAgTwTK2hQzhHknp+ed8KGlIoWvqoZPD09GTJkiGaUX0KpQ9tJkybxzDPP4OtbcDXPUaNGkZSUxMSJE/n1118rZIAiInXOyZPw669w7pzj/tat4YoroH59Y7vibpQQERERkRpo4cKFjB07Ns8Cie4YdVWHAt0xQsBEYDPGokrLgGzi4+MZOHAg8+bNY9SoUVU/8CqSnV2y8NX23GIp/Wu4u3vn2UoEgsox4kT7M29v70u0k+LYFr7KvT5sC1/dQdHXx3JsJRHq6sJXUr2UOrRdsWIF//d//1doaHvvvffan19zzTXlG5mISF1lsTgGts2bQ69eEFSeXwBFREREqq+Ph35caJ1dgNXjVlfpWGqK2NhYxowZg8WeNA4A5lBw0aUgjFv2R2IsynQfsAqz2czYsWNp2rRpjQqmsrIgLS03aC3qeXq6UWmsorm4GGv/ensbHzt16simTbajmylfeYTN9medOnUqRz8CWvhKar5Sh7ZWq7VO11oSEalwFovx259NcDCEhkJmphHWBgc7b2wiImLn4lKaRUxERCpPcnIyEyZMyBPYPgC8S/E1O8MwFmUyanaazWbGjx/P9u3bnXoL+KWC2PzbFR3Emky5AWxhH/Pvy19i02rtySef2LZWYITjZbXC/qxnz57l6EdstPCV1GSlXoisffv2NGzYsMjg1mQy2RdpqE60EJmIVDspKUbN2uRkuO02x2NZWeDhccnTdZ2L1H66zqUu2Ht2L0/8+AS/HvmVHEsO3Zp2Y9qAaVwdevUlz4s7F0fE+xFk5GQw97a5jOs2rmoGXMF0nUtZPP3003nWkBmAEcSW5g9LFuBGbLU7J02axNSpUyt0jNnZRthakjC2ooPYwgLXop57eBjBbVllZGQQGhp6MQx0x1hMLKwMPR3EuH0/m6CgII4ePVrjFmGq7mrjwldSvVSLhch69eqFl5dXWU4VEZGMDNi0CXbuzC2cdegQhIXltikmsBUREalpxq0Yx+pDqzn0z0P2fVnmLG745AZOpZxi0jWTyDRnEvNrDDctvIkj/zxCgFdAkf1N/HYiZksl3PssUs1lZGQwe/bsi1vuGCURSnsngAvGokxGSDh79mxeeOGFEgVWmZm5YWzeR2qq43ZOTimHVAwvL/DxyQ1di3ru5eV4E1tl8/LyIioq6mKIno1RfqIsIXoUtnqqUVFRCg8rgRa+kpqm1KGtyWTi2WefpWHDhpUxHhGR2is7G7ZuNR7Z2bn7PT2NmbUiIiJ1zKmUU4zoOIKIxhH2mbI/xP3Anyf+ZP+5/fQI7lHoect2LuOngz9xd+e7mf/X/Eu+xqfbPmXKL1OIS4wjxC+EZ/o+w98u/5v9+O9Hf+eqD68qcJ71BS34WVqpWanU86jn7GHUerGxsXlu8R5O2WZ1ArTCWJRpMQkJCfz3v7Fcd92QQgPZvI+KnBVbXYPY0oqOjmbBggUX66auwig/MZOSBbeWi+2NWc8tWrQgOjq6soYqIjVImWraiohIKZjNsGuXMbs2IyN3v5sbRERAt26aWSsiUs1ZLBa2b98OQEREhOrbVpDQgFBev/F1AI5fOM5fJ/9id8JuLgu8jE6NC1+E50LmBf753T95rPdjeLld+u6/dfHrGPX5KLo17cZrka+xcu9K7lt5Hy3rtySydSQABxIPAHBnpzuJbB1JdGw0Z9PPVuC7rBs+3/U5Iz4bwexbZjOh+wRnD6dW27BhQ56toeXsbSi2RZnmzt1AQkL5ZyB6eBiBa95HTQxiS8Pf35+PPvqIQYMGYTabgVnAPozZzK0uceZBjBm2RmDr6urKRx99pHqqIgKUIbSdNm0afn5+hR47d+4cb7/9NpMnTy7vuEREaodjx+CXX+DChdx9JhN06ACXX2785ioiItWe1Wrl3Llz9udSMunZ6SRnJhvPc9IxW82cTDkJgLebt0P5g5A3QgC4psU1LL5jcZGB7AurX8BkMvHctc/x79/+fcnXn7F+BgBT+k+hR3APIltHEvF+BHM2zbGHtnsS9gAwouMI7uh4B1N+maLQtgy2nNyCxWph04lNCm0r2c6dO/NsdS9nb7nnHz++45ItbbNii3u4lakIY80XGRnJvHnzGDt27MXgdhVG+Yk7MMLx7kADIBHYjLHo2HJsJRFcXV2ZP38+AwYMqPrBi0i1VOpvp7fffjtnzpxh06ZNJCUl2fdbrVb++usvvv/+e4W2IiI2Hh6OgW2bNnDFFRBQdI0+ERGR2mLJjiWM/3K8w75m05sBMLbrWD4e+rF9/zf3fMOOMzt4YfULXPfxdWyI2kAD7wYO5249tZW317/NwmELS3Qbvi2QvXnRzQ77d5zJDae2nt4KQIdGHUr+xgQAi9XC+xveL7Bo3O6E3Xyz7xse7vUw7q7uThpdzWW1Gjdn2WrEpqY6Pg4cSM/TukGR/ZRM7vlubum0b190GFtbZsVWplGjRtGkSRMmTJhwsVRCNsZM5sWXPC80NJS5c+cqsBURB6UObTds2MD9999PWloaJpPJPtPAZDLh6urK6NGjK3yQIiI1Rk6O4/SCRo2gdWujZm2vXhAU5LyxiYiIVLEbWt/At6O+BWD6uulsPbWVeUPnARDiZ8ystVgtZJmzuOmym7jpsps4mHiQ9za+x6Lti3iw54MO/b2w+gW83LzYfHIzm09u5tcjvwLw2c7PqOdejxGdRji0t63c/MHNHxAaEGrf7+Nu3OlitVpZF7+Oeu71CG8YXgmfgdpty8ktTPxqIg1ONKBjdkf4E77+79fMy55HSkAKafem8X/3/p8Wsc7DbC46jM27z7ZWbeG88zxPBMrz+2Wi/VmLFt5ce205uhLAmHG7fft2YmJimD17dp76wwUFBQURFRVFdHS0SiKISAGlDm3ffPNNbrzxRqKiohg+fDgffPABnp6efPHFF1gsFh5//PHKGKeISPWWnAwbNhgfhw0zSiDY9O8Prq7OG5uIiIiThPiHEOJvhLOLty9m39l9DGo7yH585Z6VDFs6jLsi7uKT2z8BINty8VZhk/Gzc3fCbgDaB7UnMT2R1OxUXl37qsPrfLPvGxr5NCoQ2rZr2I4tJ7cQ5BPEoLaDSM1KZW38WntgvPH4Rk6lnuKmtjfh6qKf1aVx/vx5lry1BJd3XUhMTWQtawE4zGF7m+d+fo63Jr1VZ0Ipi8UIXlNSjEdqquPHlBTH5Q3KKiSkI5s22bY2A5eVo7fN9medOhVeR1pKz9/fn6lTp/LCCy8QGxvLhg0b2LFjB+fPn8ff359OnTrRs2dPIiMj8fT0dPZwRaSaKnVou3fvXqZOnUpYWBgATZs2JTQ0lC5duvDGG2/wxhtv8OSTT1b0OEVEqqeMDPjzT2OhMduUiH37oF273DYKbEVERArVt2VfGvk0YvH2xYT4heDl5sUnWz+hnns9BrYdCECHmUbZAusLVlaPW+1w/uTVk3nx5xeZe9tcxnUbV6D/R3o9wtIdS3n0u0eJS4zjxwM/8kPcD7w3+D2uzLyS51c/D0CAVwBzNs0BICUrBYA5m+Zw3+X3VdI7r9liY2Pz3P59aQkJCUybNo0FCxbU6Nu/rVZITy86jE1JMY6Xt+S1rW5svXqFP3x8IDi4JytX2s5YAYwsxyuusD/r2bNnOfqRwnh6ejJkyBCGDBmC1WolOTmZgIAA+10AIiKXUurQ1mq14nbx1l8PDw/Onz9vPzZs2DDuvfdehbYiUvvl5MC2bbBlC2Rn5+739lbBLxERkULkrV9rU9+rPj+O/pGnYp9i9qbZ5Fhy6Bnck1euf4Ww+mHlfs0+Lfowb+g8XlnzCk+vepoQ/xBev+F1Huj5AJNXT+a7/d8Bxizgxdsda05GrYxSaFuIhQsX5lloCcAdGE7RCy0tA7KJj49n4MCBzJs3j1GjRlX9wIuRkVF0IFuykgWXZjIVHcTawth69Ur2t/7IyEiCgoIu3na/DJgKhJVhVAcxFsIybtOPjIwsQx8iIlJZSh3ahoWF8dlnn/HII48QEhLCd999Z7+N4sSJE2RUxP0eIiLVldUKe/capRDS0nL3u7lB167QpQu4a8ENERGRkurUuBNf3/N1kcetLxQ9dXFyv8lM7jf5kv2P6TqGMV3HFHn84KMHCwTE41aMY95f8y7Zb10UGxvLmDFjsNjTywHAHAoGhkEYt+yPxAgU7wNWYTabGTt2LE2bNq3SGbdWa24Ie+GC40fbIyenfK9hC119fXM/5n1ekX/X9/LyIioqimnTpmEsdHUf8ANQmhewAFEXz4eoqCjdpi8iUs2UOrQdP348TzzxBCNGjOCWW27h1VdfZcOGDQQGBvL7779z9dVXF9+JiEhNdPo0/PwzJOYu2IDJBO3bQ48exm/rIiJSK7m6utKvXz9nD0PEaZKTk5kwYUKewPYB4F2KDwrDMALFh4BZmM1mxo8fz/bt2yusxq3ZnBu+5g9lL1wwAtvylC3w9Cw6jLXNlK3qaljR0dEsWLDgYomKVRif35mULLi1XGy/CoAWLVoQHR1dWUMVEZEyKnVoe/PNN9OsWTMaN27M+PHjcXNz49tvv+Xo0aPccsstPProo5UxThER53Nzg6Sk3O2wMOjVC+rXd9KARERERKrGq6++mqeG7QBKFtjauGAEivuAVcTHxxMTE8PUqVNLdHZWVtGhbEqK481PpeXmlhvEFhbI+voabaobf39/PvroIwYNGnSxVMUsjM/vbKDVJc48iDHD1ghsXV1d+eijj2r9InEiIjWRyWot3d8cN2zYQPfu3e11bWuKtLQ0du3aRYcOHfCpA7PhVORcpAJYLAXvY7PNtO3dG5o2dc64LtJ1LlL76ToXqf1qwnWekZFBaGjoxRqq7sBeyl5DNRzIJigoiKNHj+Lp6UlODpw/bwSxFy4Yz23B7IULRmhbVrZZsn5+hX/08ip739VB4TWG76DoGsPLsZVEcHV1Zf78+dxzzz1VPOq6qSZc6yJSPiW9zkuaUZY6eR0zZgy//vorDRs2LO2pIiI1Q0YGbN4MR4/CHXc4Brd9+lTP6RYiIlKpLBYLu3btAqBDhw64aNFJqUNiY2MvBrZgLDoWVsaeWmEEiotJSEjg5ZdjadduCOVZFsXHp/Aw1va8ti81MGrUKJo0acKECRMuzoTOBhZffBQtNDSUuXPnVmltYRERKZ1SJw+lnJgrIlJz5OTAjh1GYGub0rFrF1xcbBFQYCsiUkdZrVbOnDkDQPv27Z08GpGqtWHDhjxbQ8vZ21BsgeJff22gRYshRbZ0cTFKFOQPYm0fnVFLtjqKjIxk+/btxMTEMHv27DwBe0FBQUFERUURHR2tkggiItVcmdKHWbNm4e3tXegxk8nEY489Vq5BiYhUKasV9u2DjRuNe/FsXF3Lv5SwiIiISA23c+fOPFvdy9lb7vnHj++wh7K2h79/7vN69Yw1X6V4/v7+TJ06lRdeeIHY2Fg2bNjAjh07SE9Px9vbm06dOtGzZ08iIyPx9PR09nBFRKQEyhTafvLJJ0UeU2grIjXKsWPw++9w9qzj/vBwuOIK4/8WREREpNrJyMngj2N/cHXo1bi56E6YipCWZtSTzf/Yty89T6sG5XyV3PObNk1n1KhydicOPD09GTJkCEOGFD2DWUREaoYy/Xazdu1a1bQVkZrt/Hn47Tc4csRxf4sW0KsXBAY6Z1wiIiJSIlPXTOXlX17mo1s/Ynz38c4eTo1gsUBqam4Ym5zsGM4WdYORq2veuywTgaByjCLR/szHp/C7N0VERKSMoa2ISI1ntRoLjdkEBUHv3hAc7LwxiYiISImduHDC+JhywskjqV7M5sJny54/DxcuGMFtabVs2ZFNm2xbm4HLyjHCzfZnnfKuGyAiIiIOSh3a9uzZE/d8S3D+/PPP7Nmzh65du3LllVdW2OBERCpNQICxwNiBA8bM2rZtVTRNRESkmjudepqJ30zkb93/5rB/3pZ5rD68mvcGv4e3e+2fvZmTkztT1vawBbOpqaXvz8Ult55s/oefHwQH9+SLL2ytVwAjyzH6FfZnPXv2LEc/IiIitVupQ9v89WwXLlzIyy+/DBj1bKdNm8bQoUMrZHAiIhUiLg527oSbbgK3PN/2rrgCevZ03CciIiLV1vpD6/nsi8/4ZvY3BKUEQQLMXzWf/a77MTcz8/gVjxMREuHsYVYIi8WYGZs3mLU98q6bWlJubo5hbEBA7vN69YzgtiiRkZEEBQWRkJAALAOmAmFleFcHgeUABAUFERkZWYY+RERE6oZyJxXLly9nwoQJTJw4kU8++YS5c+cqtBWR6uHUKVi3Dk6fNra3b4du3XKP57trQEREpCguLi707dvX/lyq1vnz54mJiWH27NmQAKkX/wPYs2+PvV3/H/sTFRVFdHQ0/v7+zhpuiVmtRjB77JiJo0cdZ89euGAcLw0vr8Jny/r7g49P2cfp5eVFVFQU06ZNA7KB+4AfgNJcCxYg6uL5EBUVhaenZ9kHJSIiUsuVO7Q9fvw4t912Gz4+PowYMYJZs2ZVxLhERMruwgVYv94ofZDXmTPOGY+IiNR4JpMJV1dXZw+jToqNjWXChAnEx8cX2zYhIYFp06axYMEC5s6dy4ABA6pghMVLSyt8xqxt8a/0dHe8vUtWqcnT05glm//h7w8eHpX3HqKjo1mwYMHFf4dVwEPATEoW3Foutl8FQIsWLYiOjq6soYqIiNQK5Q5tMzMz8bn4Z1tfX18yMjLKPSgRkTLJyoLNm2HbNsdVNho0MBYZCw113thERESk1BYuXMjYsWMxm80X97gDw4GhQHegAZCIsbjVCoxb97OJj49n4MCBzJs3j1GjRlXJWHNy+P/27jw86vLc//hnZrIRsidASMgCgQQCQVZZBOsRbC2uVVFbz1FrpdZau7hU7KKey1a0lS7W9rTF41b1lIpauihtsf1VUFQUUULYl4QAgYQsJGSfmd8fD5PJkAQSksl3lvfruuYi+T7fhDvik+WTe+5HtbXeR+dwtq2tb+8rIqJrKJuUZILZmJiBr703EhIS9PTTT+viiy8++e/xa0m7JK2QNPo0b7lPpsPWBLYOh0NPP/10UHRCAwBgpT6HtuvXr/d53e1268MPP1Rpaana29sHrDAA6DWXS9q2TfrwQ6nzL45iYszM2oKC0w9qAwDgDFwul3bu3ClJys/PZ0TCIFi7dq1uvPFGuTp+EbtA0lPqOks1TdI4mcOxHpF56v6bcjqduummm5Senj6gHbeNjb7hrOfR1zmzdrt3tqzD4VRmpglmExP7N8rAnxYuXKjnnnuuU5D+pqQCSVer5yD9FXlGIjgcDj3//PMB0wENAEAg63Noe+utt8pms8ndacDS0qVLO67ZOH0dwGBrapLefVfydOE4HFJRkZlf68/nCQIAwobb7VZFRYUkady4cRZXE/rq6up0yy23dApsb5f0pM78VPxcmVmrd0j6tZxOp774xS+quLi4T52dLpfpkD21c7a21jyxp7dsNik+vvtxBnFxZt3tlurqnEpM7N14BKvdcMMNGjFiRKeRFW2Sfn/y0bOsrKyAGlkBAECg63No+/zzz/ujDgA4e0OHSuecI23aJI0dK517rvlJCAAABKXHHnus0wzbBepdYOthl5m1ukvSmzpw4IAeffRRPfLII13ubGnpvmv2+PG+HQIWFWW6ZE99JCSE5pN9Fi5cqOLi4o7D4aqqqnq8Ny0tLagOhwMAIFDY3O6+nkkanBobG7Vt2zZNmDChYwZvKHO73aqrq1NiYiLdzwgtjY3S5s1m7EFkpPd6W5tUUyMNH25ZaYONfQ6EPvZ54HA6nVq3bp0kaf78+RxK5kfNzc3Kyso6GQRGStqpriMRemOfzFP325SamqZ33y1XY2O0Tzjb1+M44uO7D2eHDDmL8k4K9n3e0tKitWvXauPGjdq6dauampo0ZMgQTZw4UTNnztTChQsVHR1tdZmA5YJ9rwM4s97u895mlH3utF25cuVp1202m6699tq+vlsAOL32dnPA2EcfmZcjI01w6xEZGVaBLQAAoWrt2rWdOjev0dkFtpI5HOtqSb/XsWNV+vnP16qo6JIzvlVERNdQ1jPSIKLfxziHnujoaF1yySW65JIz/7cFAAC91+dvOx588MHTrp9NaLtu3Trdd999mjVrln7605/6rP31r3/VE088oUOHDiknJ0f333+/zjvvPEnmQIif//znWrVqlRoaGjR16lQ9/PDDyuKEeCC07N1rZtZ2PuFjxw5p2jQzvxYAAISMjRs3dnrtyn6+tyvlmbW6f/9Gn9A2Nrb7rtmhQ4NjtiwAAAhtZ/W74pdfflkpKSkDUsCKFSu0atUq5eTkdFkrLi7Wfffdpx/96Ee68MIL9ec//1l33HGH1qxZo/T0dD3//PN65ZVX9L//+78aNWqUHnvsMd1xxx1avXo1TzcAQkFVlfTOO9LJg18kmZ+iCgul6dMJbAEACEElJSWdXpvaz/fmffvGxq264AJvOMtZpQAAIJCdVWibkZGh1NTUASkgOjpaq1at0g9/+EO1tLT4rL3yyis6//zztWjRIknS4sWL9fLLL2v16tW67bbb9PLLL+vWW2/V+PHjJUn33XefZs+erc2bN2vq1P5+gwfAMo2N0saNppu2s1GjpDlzpORka+oCAAADzu2W6uvNaPrqaunAgaZOq/39mu99+yFDmpSf3893BwAAMEj6HNrabLYB7WK98cYbe1wrKSnR+eef73OtsLBQxcXFamlp0Z49ezRp0qSOtbi4OGVnZ6u4uJjQFghWLpf06qsmuPVITDRhbXa2dXUBAMKa3W7X3LlzO17G2WlqMsFsdbU3pK2uNuPqPdraOp/qVSMprR9/Y03HS0P6c1oYAADAIOtzaOt2u3X77bdr9OjRysnJUW5urvLz85WXlzfgxdXU1CgpKcnnWmJionbt2qXa2lq53W4lJiZ2Wa+urj5t/W63e8BrDTSejzMcPlaEGJtNmjhRev9987zF6dPN63a7acVBB/Y5EPrY54ElMjKy42X+TU6vrc03lPU8mpvP/LYjR07o9NpHksb1o5KPOl4qLCwMyH839jkQHtjrQOjr7T7v7eeBPoe2N998sw4cOKCtW7fqb3/7m5qammSz2ZSQkKCLLrpId955p0aMGNHXd9utnjp6z9Tpe7r1hoYGtbW19auuYOB2u9V4slOR+b4IZLZjx+SOi5Oio70Xs7PlqKmRs7BQiokxz5lEF+xzIPSxzxHoXC6prs6mmhrzqK01fzY09P7/1/h4t5KT3UpKMn86HBP11796Vv8oqW+HHPv6Y8dLhYWFqqur68f78g/2ORAe2OtA6OvtPj91PGxP+hzaLl261Of1I0eOaOfOndq0aZP+9Kc/afv27Vq1alVf3223kpOTVVNT43OtpqZGKSkpSk5Olt1uV21tbZf1083bjYuLU2xs7IDUF8g8qX1iYiJfEBCYGhulDz6Qtm+XJk2STj7ltMN//Ic1dQUR9jkQ+tjngcPlcmn37t2SpLFjx4bliIQTJ6Rjx8zD0zlbV2eC21N1N4lgyBApJcU8kpO9f3ZqYJYkjR9/ue6/P01VVVWSVkl6RFLuWVS8T9IrkqS0tDRdccUViu78S+IAwT4HwgN7HQh9vd3njZ3HQZ7GWR1E1tmIESM0YsQIzZ8/X5deeqmuvvrq/r7LDkVFRdq6davPtS1btuiSSy5RVFSU8vPztXXrVs2cOVOSVFtbq7KyMhUVFfX4Pgd6Jm8g83ys4fLxIkg4ndKWLdJHH5nnTtps0rZtZgTCKeNQcGbscyD0sc8Dx+HDhyWZ0DaU/z2cTjPaoHNAe+yY1FNTyKn/KSIjvaFs50dMTO/+/iFDhmjJkiVatmyZpDZJt0r6u6S+BOUuSUtOvr20ZMkSxfS2AAuwz4HwwF4HQl9v9nlvPwf0ObS97rrrtHjxYi1atKhLx2pubq7+8Y9/9PVd9mjx4sW65ppr9Prrr+vCCy/Uyy+/rLKyMl155ZWSpM9//vN68sknNXv2bGVmZuoHP/iBJk2apMmTJw9YDQAG0L590rvv+o47iIqSpk2TEhKsqwsAgDDV2OgNZT2P2trejZG3283vWzsHs8nJUlxc1yC3r5YuXaoXXnhBBw4ckPSmpDsk/VK9C25dJ+9/U5KUnZ3d5dmCAAAAga7PoW1cXJweeughPfLII1q0aJGuvfbajpDU4XBo2LBhfXp/nq7Y9pNHxq5du1aS6ajNz8/X448/ruXLl+u+++5TXl6efvOb3ygtzZwge/3116uyslK33HKLTpw4oVmzZumJJ57o64cEwN+qqqQNG6STHUqSzE9z48dLM2f2vvUGAIBB1tzcrLVr1+q9997TunXr1NLSoszMTE2cOFEzZ87UwoULA7qD08PlMmFs53C2ulpqaurd28fGSqmp5uEJaJOSTHDrDwkJCXr66ad18cUXy+l0Svq1pF2SVkgafZq33CfTYWsCW4fDoaeffloJ/HIYAAAEGZv7LI4urK6u1po1a/TGG2/oww8/VF5enhYvXqwrrrhCiYmJ/qiz3xobG7Vt2zZNmDAhbGba1tXVMS8H1nvvPenjj32vZWSYGbYpKdbUFCLY50DoY59b5/jx43r00Ue1YsWKk7NVu5eWlqYlS5Zo6dKlARMMNjd3HW1QU9P97NlTebpnPQGt52FVLv3iiy/qpptuOhncSlKkpKslXSlpqqRkSTWSPpI5dOwVeUYiOBwOPf/88/rCF74wyFX3DfscCA/sdSD09Xaf9zajPKvQtrMjR47ojTfe0F/+8hft2rVLF110kW688caAG1FAaAtYpLhYeucd83JCgjR7tpSba2lJoYJ9DoQ+9rk11q5dq1tuueXkU/N7JysrS88884wWLFjgx8q6OnHCPKGlqsqEs1VVUkND7942JqZrOOvP7tmzFUz/HmeDfQ6EB/Y6EPoGOrTt90Fk8fHxSk1NVVpamrZv366PPvpIr7/+ui666CI98sgjGjp0aH//CgDBxOXy/WmvsFDas8cEtZMmSQ6HZaUBAHAm3Xd2XqOeOztXSWrTgQMH9JnPfEbPPfecbrjhhgGvy+2Wjh/3DWerqkxX7ZnYbL7dsykp5s9g6WNYuHChiouLg7bzGQAA4Gycdaft+++/r9dee01r1qyRJC1atEjXXXedJk+erOLiYt19992aNGmSli9fPqAFny06bQE/q683h4zFxEjz51tdTVhgnwOhj30+uNauXavPfOYzcnXMEVgg6SlJuad5q/2SblXnGap/+9vf+tXh6XKZcQadA9pjx6S2tjO/bWSkCWTT0rwhbXJy6PzOtKWlRWvXrtXGjRu1detWNTU1aciQIT4zhqOjo60us0/Y50B4YK8Doc/yTtsnn3xSq1evVnl5ucaOHau7775bV1xxheLj4zvumTRpkn74wx9qyZIlfX33AIJNe7u0ebOZW+vpSpowwfy0CABAkKirq9Mtt9zSKbC9XdKTks40KyBX0t8l3SHp13I6nfriF7+o4uLiXnV6trf7BrNVVWYObW/mz8bEmC+3nR/x8aazNlRFR0frkksu0SWXXGJ1KQAAAH7V59D2t7/9rT796U9r2bJlmjFjRo/3jRkzRrNmzepXcQAC3N69pru28/C8IUN6fxQ1AAAB4rHHHus0M3WBehfYetgl/VLSLklv6sCBA3r00Uf1yCOP+NzV1maC2cpK86iqkurqzOiDM4mL8w1nU1MlppABAACErj6Htv/+97+VnJysysrKjmutra0qKSnR6NGjlZiYKElKSUnRr3/964GrFEDgqK6W3n5bOnzYe81uNzNrp02ToqKsqw0AgD5qbm7WihUrTr4WKTMSoa+ncdklrZBUIKlNK1as0Fe+8qCOH49WVZUJaWtqeveekpJ8w9m0NCnInvEPAACAfupzaFtdXa2rr75ahw8f1sSJE/Xb3/5WX/ziF7Vjxw4NHTpUK1as0LRp0/xRKwCrNTdLH3wgbdvm2xaUlSXNmWN+ygQAIMisXbu20+FW1+j0M2xPZ7SkqyX9XlVVVfrxj9eqqKjnp/Hb7eZQsM7hbGqqFNHvo4IBAAAQ7Pr8LeGjjz6qYcOG6Utf+pL++Mc/6qtf/arcbreefPJJvfbaa/rpT3+q3/3ud/6oFYDVSkulkhLv6wkJ0ty5Una2dTUBANBPGzdu7PTalf18b1dK+r0kaf/+jR2hrSegHTbMPNLSzOv2vjb0AgAAICz0ObTdvHmz/u///k9jx47V7Nmzdckll+jJJ5/UwoULNXr0aF1//fX+qBNAIMjPN6FtTY0Zg1BUFDrHUQMAwlZJ519Iamo/35v37evrt2rePBPSpqTwJRMAAAC91+fQ1m63y3nyhPi8vDwlJSVp9OjRkiSbzdbpxF0AQa2hQSorkwoLvddsNumCC8zMWk4/AQCEiCafAzST+/nevG8fF9fk82UUAAAA6K0+PyFrxowZ+u///m+Vl5dLkt59913l5eXJ6XTq2WefVSHfmQLBrb1d2rRJ+sMfpPXrpSNHfNeTkwlsAQBBr7nZ/G7ygw+kurohnVZ6eVpYj7xvP2TIkNPcBwAAAPSsz522DzzwgO677z6Vl5dr1KhRHdfLy8v1l7/8Rc8888yAFghgEO3bJ23YYLpsPTZtkj77WetqAgCgn9rbpWPHpKNHzaOyUjp+3LuemNi56eAjSeP68bd91PHSxIkT+/F+AAAAEM76HNqOGDFCzz77bJfrOTk5+sc//qHU1NSBqAvAYKqpkd5+Wzp0yHvNZpMmTZKmT7euLgAA+sjtlmprveHs0aNSdbV0ugleubkzO732R0nX9qOCP3a8NHPmzJ5vAwAAAE6jz6GtJO3fv1/PPfecNm3apGPHjmnlypUaNmyY/v73v+vzn//8QNcIwF9aW6UPP5SKi81PuR6ZmdLcuWYUAgAAAayx0dtB6wlq29pO/zYOhzkcbPhw8+fnPrdQK1emqaqqStIqSY9Iyj2LavZJekWSlJaWpoULF57F+wAAAADOIrT96KOP9MUvflFxcXGaOnWq9uzZI5fLpcOHD+tHP/qRIiIitHjxYn/UCmAg1ddLf/yj1Pnwlfh4ac4cKTfXqqoAAOiR02nGHBw54n2cOHHmt0tONgGt55GcLNl9TnaI0ZIlS7Rs2TJJbZJulfR39e34B5ekJSffXlqyZImio6P78PYAAACAV59D25/85Cf6j//4Dz322GOKiorS1KlTJZnxCPfff79efPFFQlsgGMTHS4mJJrR1OKSpU6VzzjEvAwAQAE6cMMHs0aPmz8rK0485kMxZmZ4OWs+fkZFn/ruWLl2qF154QQcOHJD0pqQ7JP1SvQtuXSfvf1OSlJ2draVLl/bi7QAAAIDu9Tm03bJli15++WVFRUV1WZs7d+7JDgUAAae9XYo4Zcufd545aGz2bBPiAgBgkVO7aI8e9T0XszuRkd5w1vOIjT27vz8hIUFPP/20Lr74YjmdTkm/lrRL0gpJo0/zlvtkOmxNYOtwOPT0008rISHh7AoBAAAAdBahrd1uV1sPg8KOHz8uu70vTyMD4Hdut7Rzp/T++9KCBVJGhnctNVW66CLragMAhK1Tu2irqkxwezqJidKIESacHTFCSkkx52YOlIULF+q5557TTTfddDK4fVNSgaSrJV0paaqkZEk1kj6SOXTsFXlGIjgcDj3//PNasGDBwBUFAACAsNTn0Hbq1Kl6/PHH9fOf/1zxnTrz2tra9Otf/7pjXAKAAFBVJa1fb34ilqS335auvvrUQX4AAPiVy2W+JPWlizYiwhvOeoLamBj/13rDDTdoxIgRuuWWW06OSmiT9PuTj55lZWXpmWeeIbAFAADAgOhzaHvXXXfpP//zP3XBBReooKBAbW1t+u53v6v9+/eroaFBL7zwgj/qBNAXLS3Sxo1SSYnv9eRkc6Q2B6MAAPyoudmEsxUV3lm0Z+qiTUjwBrQjRnR3WNjgWbhwoYqLi/Xoo49qxYoVqqqq6vHetLQ0LVmyREuXLmUkAgAAAAZMn0PbiRMnavXq1XrmmWf08ccfKyMjQ42Njfr0pz+tG2+8UdnZ2f6oE0BvuN3Sjh1mFEJzs/d6UpKZX5uZaVlpAIDQdfy4CWg9j9ra09/v6aLt3Ek7GF20fZGQkKBHHnlEDz74oNauXav33ntPb731llpaWpSZmalJkyZp5syZWrhwoaL5ZSgAAAAGWJ9C2yNHjujw4cNKT0/Xgw8+6K+aAJyNykozCqGy0nstIkKaPl0qKmIkAgBgQLhc5sAwTxdtRYXU2Hj6t+ncRTt8uJlFGyxflqKjo3XJJZfo4osv1rp16yRJ8+fPl8PhsLgyAAAAhLJehbZtbW1aunSpXn/99Y5rCxYs0I9//GMNGTLEb8UB6IONG30D27FjpVmzpKFDrasJABD02tp8Rx0cOSK1t/d8v91uzrlMT/c++HYRAAAA6JtehbYvvPCC/vnPf+qOO+5QQUGBSktL9fTTT+vnP/+5li5d6u8aAfTG3LnSqlXmaO3zzpMyMqyuCAAQhE6c8Ia0FRWmq9bt7vn+yEjTQesJaIcPN0/0AAAAAHD2evUt9WuvvaZ7771XX/jCFzquFRYW6mtf+xqhLWCFI0fMT9Dp6d5rSUnSpZean5aD5TmnAADL1dT4zqOtrz/9/UOH+nbRpqRINtvg1AoAAACEi16FtgcOHNCcOXN8rp177rlqaWlRZWWlhg0b5pfiAJyiqckcMrZjhxkQuHix1HmmXucQFwCAU7jd3nm0hw6ZPzufW9mdlBTfkDYubnBqDTR2u13Tpk3reBkAAADwp16Ftk1NTUpISPB9w4gIRUVFqflM3+kD6D+XSyopkT74QGptNdeOHzfhbWGhtbUBAAKWyyVVVUmHD5tHRYX3y0h3HA7zhA1PQDtihBQVNXj1BjKbzdbl+2EAAADAX5g4BgS6o0eldetMa5RHVJQ0c6Y0frx1dQEAAo7Tac6k9HTRVlSc/tCwqChp5EgT0I4cKaWlMWEHAAAACAS9Cm1tNptsDCsDBldzsxmFsH277/WCAuncczmKGwCg9nYz5tzTSXv0qAluexITY8JZz4N5tL3ncrlUXl4uSRo1ahQjEgAAAOBXvQpt3W63Lrvssi7BbXNzs6677jqfb1ptNpvWrVs3sFUC4aa8XHrzTamlxXstNVWaN888VxUAEJZaW70dtIcOmdEHLlfP9w8d6hvSJiUNWqkhx+12a+/evZKkzMxMi6sBAABAqOtVaPu5z33O33UA6Cwhwft81qgoacYMM7uWrh4ACCutrVJZmU0NDSaoPXbMHCbWk/h435CWEawAAABAcOpVaLts2TJ/1wGgs4QEacoUqa5Omj1bio21uiIAwCBoa/N20R46ZObTNjZGasiQ7scYJCV5A9r0dCkubtBLBgAAAOAHHEQGWG33bqm4WLr0Uimi05acPt26mgAAg8Izk7ZzSNt53MGpXbUpKb6dtIw3BwAAAEIToS1gldpaaf1681O6JH30kTRzpqUlAQD8y+k0h4V5QtojR04/kzYlRUpIcCo/X8rIkKKjB69WAAAAANYhtAUGW3u7tGmT9Mknvj+p19VZVxMAwC9cLtM96wlpKypMcNuTpCQTznoe0dFSXZ1TiYndj0cAAAAAEJoIbYHBtH+/9M47UkOD91p8vHTeeVJ2tmVlAQAGhstlDgs7dEg6eNCEtJ5zJbuTkOAb0p46wvx0h44BAAAACF2EtsBgOH7chLVlZd5rdrs5bGzKFN9ZtgCAoFJTYwLa8nIT0ra29nxvXJxvSMvBYcHDbrdrypQpHS8DAAAA/kRSBPhbe7v02mtSS4v32qhRprs2MdG6ugAAZ+XECRPSeh6NjT3fGxvrG9ImJAxenRhYNptNSUlJVpcBAACAMEFoC/hbRIQ0ebK0caM0dKg0Z440ZozVVQEAeqm11Tvu4OBBc45kT2JifENaMj4AAAAAZ4PQFhhoJ05IUVFSZKT32uTJ5gSZiRN9rwMAAo7TKR096h15UFnZ82zZiAgTzmZmmkdKyuDWisHjcrl0+PBhSdLIkSMZkQAAAAC/IrQFBorLJRUXSx98IBUWSrNne9ccDjO7FgAQcNxuqbra20l7+HDPh4fZbNLw4WbKTWameZnsLjy43W7t2rVLkpSenm5xNQAAAAh1hLbAQKiokNavNz/1S9KWLVJ+Pi1XABCgGhp859I2NfV8b3Kyt5N25EjzZAoAAAAA8CdCW6A/mpul99+Xtm/3vT5hgplfCwAICJ65tOXlJqStq+v53thYbydtZqZ5HQAAAAAGE6EtcLZ27pTefdcEtx5padL8+dKwYdbVBQCQ221m0ZaXm8eRIz3PpY2M9M6lHTWKw8MAAAAAWI/QFuir2lpp3Toz9NAjMlI691wzy9Zms6w0AAhnJ06YgPbAAdNN29LS/X12uzRihLeTdtgw5tICAAAACCyEtkBflZX5BrZ5edKcOTx/FgAGWXu7GSnuCWpranq+NynJdNGOGmXm0kZGDlqZAAAAANBnhLZAX02aZEYjtLdL8+aZBAAAMChqakxAW15ufn/mdHZ/X1SU6aLNyjKfpuPiBrdOAAAAAOgPQlvgdE6cMM+xzc/3XrPbpU9/2nTWRrCFAMCfWlrMp2FPUHviRPf32WxmzMGoUSaoZeQBBprdbldRUVHHywAAAIA/kTgB3XG7pa1bpY0bTUdtSoo5ZMwjIcG62gAghLlc0tGj3gPEKit7PkBs6FBvSJuZKUVHD26tCC82m02pqalWlwEAAIAwQWgLnKqy0hw0VlXlvfbBB9LFF1tXEwCEsMZG00nr6aZtbe3+PofDzKP1BLXJyYNbJwAAAAAMFkJbwKO11XTWbt3qe338eGnWLGtqAoAQ5HabbtoDB8zZjp1/R3aq5GTvXNr0dKbSwDoul0tHjx6VJA0fPpwRCQAAAPArfvQBJGnPHmnDBtPu5ZGSIs2fL40YYV1dABAimpu93bQHDphZtd2JivJ20o4aZUYgAIHA7XZr+/btkqRhw4ZZXA0AAABCHaEtwltzs/TPf5rn43pEREgzZkiTJnGKDQCcJbfbdNCWlZmQ9mSDYrfS0kxIm5UlDR/Op14AAAAAILRFeIuKMsGtR06OdN55UlycdTUBQJBqaTG/A/MEtZ0/vXbWuZs2K0uKjR3cOgEAAAAg0BHaIrzZ7dK8edLatdLcuVJurtUVAUBQqaryjjw4csR02HYnJUXKzjYh7YgRdNMCAAAAwOkQ2iJ8NDVJ770nTZwodZ5FN3y4dP31JAgA0AutrdLBg95u2s6jwDuLiPDtpuUJDAAAAADQe4S2CH1ut7R9uwlsW1ul6mrpyit9Q1oCWwDo0fHjUmmpCWoPH5Zcru7vS0rydtOmp0sOx6CWCQAAAAAhg9AWoa26Wlq3zjxn1+P4cam21jxXFwDQhctlDg4rLTWP2tru74uIkDIyvEFtfPyglgkAAAAAIYvQFqGpvV3atEn65BPflrBx46TZs6UhQ6yrDQACUGurGXdQWmr+bGnp/r74eHNmY3a2NHIk3bQIH3a7XYWFhR0vAwAAAP5EaIvQU15uumvr673XEhOl+fNNSxgAQJJUV2dGHpSWShUV3Y89sNnMwWHZ2SasTU4e/DqBQGCz2TR8+HCrywAAAECYILRFaPnwQ/PwsNulqVOlKVNoBwMQ9lwuMy3GM5+2p7EHUVHmELGcHDP2ICZmUMsEAAAAgLBHaIvQkpNjxiK43eZ5u/Pnm5NxACBMtbSYcQdlZebR2tr9fQkJ3m7akSM5nxE4ldvtVmVlpSRp2LBhstlsFlcEAACAUEZoi+DmcvkmC2lp0vTp0tChUkGBdXUBgIXq6ryHiFVUmN9jncoz9iAnxzz4/RZwei6XSyUlJZKk+fPny8EzeAAAAOBHhLYITu3t0kcfmfm1V1zhG9xOm2ZdXQBgAbdbqqyU9u83j9ONPcjKMiHtqFGMPQAAAACAQEVoi+Bz8KA5aOz4cfN6cbE0ebK1NQHAIHM6zadDT0dtY2P39yUkeLtp09MZewAAAAAAwYDQFsGjuVnasEHatct7zW43yQUAhAHPfNr9+82fbW1d7/GMPcjNNTNqGXsAAAAAAMGH0BbBYccO6d13TWLhkZ5uDhpLTrauLgDws4YGE9KWlkqHD5tR3qdyOMy4g9xc01HL2AMAAAAACG6EtghstbVmFMLhw95rUVHS7NnmoDFObgYQgo4dMyHt/v1SVVX398TEmE7a3FwT2EbwFR0AAAAAQgY/4iFwNTdLr75qDh3zyMuT5syRYmOtqwsABpjLJVVUeDtq6+u7v88znzY314xAYD4tAAAAAIQmQlsErpgYqbBQ+uQTKT5emjfPHHsOACGgvd3MpfUcJNZ5+ktnaWkmpM3NlVJSBrNCAJ3ZbDaNHz++42UAAADAnwhtEThaWqTISN/WsRkzzDiEyZN57i+AoNfSYgLaffuk8vLuz1G026WMDNNRm5MjxcUNfp0AurLb7UpPT7e6DAAAAIQJUjAEhl27pA0bTDg7ZYr3ekSENG2aZWUBQH81NpqxB/v2SYcOSW5313siI80TCXJzzZzaqKjBrhIAAAAAEEgIbWGt48fNQWMHD5rXN22SxowxgxsBIEjV13uD2oqK7u+JjTUhbU6O6ax1OAazQgB95Xa7VV1dLUlKSUlhRAIAAAD8itAW1nC5pI8/NiFt5+cHZ2czBgFAUKqtNSHtvn1SVVX398THS6NHm8fw4RKZDxA8XC6XtmzZIkmaP3++HPymBQAAAH5EOobBV1FhumtrarzX4uLMQWPZ2dbVBQB9VFVlOmr37jWhbXeSk01Im5trDhUDAAAAAOBMCG0xeFpapPffl7Zt816z2aSiImn6dDPUEQACmNstHT3q7aitr+/+vrQ0b0dtUtKglggAAAAACAGEthg8xcW+ge2wYdL8+bSeAQhoLpd0+LAJaffvNweLdSc93dtRGx8/mBUCAAAAAEINoS0GzznnSDt3Ss3N0syZ0sSJDHQEEJCcTnM+oieobWnpeo/NZg4Q8wS1sbGDXSUAAAAAIFQR2sI/3G4z7HHYMO+1iAhp4UJpyBAzwxYAAojTKZWXm/m0paVSa2vXexwOadQoE9Tm5EjR0YNfJwAAAAAg9BHaYuAdOya99ZZUXS1dc42UmOhd6xziAoDFehPURkSYMxJHjzZ/Mn4bAAAAAOBvhLYYOO3t0qZN0scfm05bSVq/XrrkEmvrAoBOehPURkWZTtoxY6TMTBPcAghvNptN48aN63gZAAAA8Cd+DMXAOHhQWrdOOn7cey0pSZo+3bKSAMDD6ZQOHPAGtW1tXe/xBLV5eSaodTgGv04AgctutyszM9PqMgAAABAmCG3RP83N0rvvmgPGPOx2aepUacoUUg8AlultUJub6+2o5VMWAAAAACAQENri7O3eLb3zjgluPdLTpfPPN122ADDICGoB+Ivb7VZdXZ0kKTExkREJAAAA8CtCW5wdp1P64ANvYBsVJc2aJY0fL/FDDIBB1N7uO6OWoBaAP7hcLm3evFmSNH/+fDn4RAIAAAA/IrTF2XE4pPnzpb/+1aQgc+dKsbFWVwUgTPS1o3bUKDO5BQAAAACAYEBoi96pqjIJSEKC91pmpnTVVVJamnV1AQgbLpc583DPHmn/fqm1tes9nqDWc5gYQS0AAAAAIBgR2uL02tulDz+UPvlEGjlSuvRS33UCWwB+5HZLhw+boHbfPt8R2h7R0b6jDwhqAQAAAADBjtAWPSsvl9atk+rrzeuHDpnkJC/P2roAhLwjR8ynm717pcbGruuRkdLo0Yw+AAAAAACEJkJbdNXcLG3YIO3a5b1mt0vTppmUBAD8oKrKBLV79kgNDV3XIyKknBzze6OsLA4TAwAAAACELkJb+Nq1ywS2nZ+DPHKkOXQsKcmysgCEppoab1BbV9d13W6XsrNNUJudbTpsAQAAAAAIdYS2MI4fl9avNyMRPKKipNmzpYICyWazrjYAIeX4cW9QW13ddd1mM7Npx441s2qjoga9RADowmazacyYMR0vAwAAAP5EaAujocE3sB0zRpo7V4qNta4mACHjxAlvUFtZ2f09GRnmU8+YMVJMzODWBwBnYrfblZ2dbXUZAAAACBOEtjAyMqT8fHPY2Lx55nnIANAPzc3mILHdu6WKiu7vGT7cdNSOGcPviAAAAAAA8CC0DUdtbdLOndLEib7X5841z0tmaCSAs9TWJpWWmvHY5eWS2931ntRUM6M2L0+Kjx/8GgHgbLjdbtXX10uS4uPjGZEAAAAAvyK0DTcHDkjr1plxCA6HNH68d43BkQDOgstlAtrdu6X9+6X29q73JCV5O2o50xBAMHK5XNq0aZMkaf78+XI4HBZXBAAAgFBGaBsumpqkDRtMquLxwQfSuHEmvAWAPnC7pSNHzKeUvXvNKIRTxcWZbtqxY013LQAAAAAA6B1C23Cwc6cJbFtavNcyMqT58wlsAfRJdbUJanfvNg37p4qONt20Y8dK6elm4goAAAAAAOibgA9tt27dqscee0wlJSWKiorSvHnzdP/99ys5OVkbNmzQsmXLtG/fPqWnp+vOO+/U5ZdfbnXJgeP4cTMK4fBh77XoaGn2bKmgwLq6AASVhgZvUFtd3XU9IkLKyTFBbVaWZLcPfo0AAAAAAISSgA5tnU6nvvzlL+uaa67RU089pcbGRt1111166KGH9J3vfEe333677rrrLi1evFgbNmzQN7/5TeXm5mry5MlWl269zZsVtX69mVPraXUbO1aaM0caMsTa2gAEvOZmM/Zg926poqLrus0mjRplPq3k5nJ+IQAAAAAAAymgQ9vKykpVVVXpsssuU1RUlKKiorRgwQI9++yz+vOf/6ycnBzdeOONkqQLL7xQCxYs0KpVqwhtJamuTnI6zctxcWYUQlaWtTUBCGjt7VJpqbRrlzlYzOXqes/w4Saozcvj9z8AAAAAAPhLQIe2I0aMUGFhof7whz/oW9/6lpqamvSPf/xDF1xwgUpKSjRx4kSf+wsLC/XGG29YVG2AmT1b7h07pMmTpRkzaIMD0C2XSzp40HTU7ttngttTJSWZoHbsWCkhYdBLBAAAAAAg7AR0aGuz2fTEE0/o5ptv1nPPPSdJmjVrlu666y599atf1fjx433uT0pKUnV3Axc7cbvdcrvdfqs5ULijotT6uc9pSFqaeR5zGHzMQLjxfD47m89pVVWmo3b3bqmpqet6bKw3qE1L6/x39qNgAH3Wn32OgZeTk9PxMv8mGCjscyA8sNeB0Nfbfd7bzwMBHdq2trbqtttu06JFi/SVr3xFTU1NeuCBB3TvvffK1sOR5D1d92hoaFBbW5s/yg0obrdbjW1tUl3dGf+bAAhObrdbjY2Nks78uU8yB4rt2+fQnj121dZ2vT8qSsrJcWrMGJfS090d47Dr6ga0bAB90Nd9Dv9KTk6WJNXX11tcCUIJ+xwID+x1IPT1dp+3tLT06v0FdGj7zjvvqLy8XN/85jflcDg0dOhQ3Xnnnbryyiv1qU99SrW1tT7319TUKCUl5bTvMy4uTrGxsX6sOjB4UvvExES+IAAhqjf7vLXVjD3YtUs6dMh73TOP1m6XcnKkcePM2GuHw99VA+gLvp4DoY99DoQH9joQ+nq7zz3B7pkEdGjrdrvlOuUkHE+X7Jw5c/Taa6/5rH3yySdnPITMZrOFzSdIz8caLh8vEI662+eeObW7dkn793vn1Hb+VJCeboLaMWOk6OjBrRlA3/D1PDB07pyIjY3l3wMDin0OhAf2OhD6erPPe/s5wD5QRfnDlClTNHToUP3iF79Qc3Oz6urqtGLFCk2dOlWXX365Dh48qGeffVZNTU1as2aN3nrrLV133XVWlw0AlqiqkjZskF58UXrjDTOvtvPBYgkJ5lzC66+XLr9cmjCBwBYAesvlcmnjxo3auHFjl6YCAAAAYKAFdKdtcnKyVqxYoR//+MeaN2+eIiMjde655+pnP/uZUlNT9Zvf/EYPP/ywli9froyMDC1fvrzL4WQAEMpOnDDjD3bvlmpquq5HR0t5eVJ+vjR8+ODXBwAAAAAA+i6gQ1tJmjx5sn73u991uzZjxgytXr16kCsCAGu1tZmgdscOac+eKA0Z4jv6oPOc2uxs8zoAAAAAAAgeAR/aAgC6n1N7csZ5B+bUAgAAAAAQGghtASCAVVdLO3easLapqet6fLxb55xjxh8kJAx+fQAAAAAAYOAR2gJAgGluNjNqd+40h4udyjOnduxYKSamTYmJvuMRAAAAAABAcCO0BYAA4HJJZWUmqC0rM6931t2cWrdbqquzpl4AAAAAAOA/hLYAYKGqKhPU7t5tOmxPNWyYVFBgOmuZUwsA1rHZbMrKyup4GQAAAPAnQlsAGGRNTWZG7c6dZmbtqWJjTUdtfr6UnDz49QEAurLb7crLy7O6DAAAAIQJQlsAGAROpxl7sGOHdOCAGW3QmcMh5eaaoDYz04w/AAAAAAAA4YnQFgD8qLLSO/6gpaXr+ogRJqjNy5Oioga/PgBA77jdbrWc/EQeHR3NiAQAAAD4FaEtAAywxkbv+IOamq7rQ4eaoHbcOCkpadDLAwCcBZfLpXfffVeSNH/+fDkcDosrAgAAQCgjtAWAAeB0Svv3m6C2vLzr+IOICDP+oKBAysiQaNACAAAAAAA9IbQFgH6orDRzanfvllpbu66np5uu2jFjGH8AAAAAAAB6h9AWAPqoudmMP9ixQ6qu7roeF2eC2vx8KSFh8OsDAAAAAADBjdAWAHrB5TJjD3bskEpLzeudRUSYbtr8fGnkSMYfAAAAAACAs0doCwCnUVdngtqdO80BY6caMcLMqc3LkyIjB78+AAAAAAAQeghtAeAUbW3Svn3S9u1SRUXX9SFDTEdtQYGUlDTo5QEAAAAAgBBHaAsAJx05Yrpq9+wxwW1nNpuUk2OC2qwsyW63pkYAgDVsNpsyMjI6XgYAAAD8idAWQFhrbPQeKlZb23U9KUkaP14aN8502AIAwpPdbld+fr7VZQAAACBMENoCCDsul1RWZoLasjLJ7fZdj4yUxo41XbXDh1tTIwAAAAAACF+EtgDCRk2NCWp37ZKamrquZ2SYoHb0aCmCz44AgE7cbrfaTs7OiYyMZEQCAAAA/IpYAkBIa2szM2q3b5eOHu26PnSoCWrz86WEhMGvDwAQHFwul9555x1J0vz58+VwOCyuCAAAAKGM0BZASDp61AS13R0qZrdLublmVm1mpjlkDAAAAAAAIFAQ2gIIGS0tZvTB9u1SdXXX9ZQUE9SOHSvFxAx+fQAAAAAAAL1BaAsgqLnd0uHDJqjdt09yOn3XPYeKjR8vDRtmTY0AAAAAAAB9QWgLICg1Nko7d5qw9vjxrusjRpigdswYE9wCAAAAAAAEC0JbAEHD5ZLKy01QW1pqumw7i4mRxo0zYW1ysjU1AgAAAAAA9BehLYCAV18v7dhhHidOdF3PzDRBbW6uxGHeAAAAAAAg2BHaAghITqfppt2+3XTXnio2ViooMI+EhMGvDwAQXmw2m9LT0zteBgAAAPyJ0BZAQKmtNUHtzp1Sc7Pvms0mZWebrtqsLMlut6REAEAYstvtGj9+vNVlAAAAIEwQ2gKwXHu7tHevCWsrKrquJySYoDY/33TYAgAAAAAAhDJCWwCWqaoyQe3u3VJrq++a3S6NGWPC2pEjTZctAABWcbvdcrlckkzXLSMSAAAA4E+EtgAGVVubtGePtG2bVFnZdT05WZowQRo7VoqJGfz6AADojsvl0rp16yRJ8+fPl4OTLwEAAOBHhLYABoWnq3bXLhPcdhYRYULa8eOl4cOtqQ8AAAAAACBQENoC8JszddWmpXm7aiMjB78+AAAAAACAQERoC2DAHTtmgtrTddUWFprQFgAAAAAAAL4IbQEMiPZ2b1ft0aNd1z1dtXl5UlTU4NcHAAAAAAAQLAhtAfRLdbVUUiLt3i21tvquebpqJ0yQhg2zpj4AAAAAAIBgQ2gLoM/O1FWbmuqdVUtXLQAAAAAAQN8Q2gLotepq76za7rpq8/JMWDt8uDX1AQDgLzabTcNOPm3EZrNZXA0AAABCHaEtgNNqb5f27jVh7ZEjXddTUsyhYnTVAgBCmd1u18SJE60uAwAAAGGC0BZAt2pqTFC7cyddtQAAAAAAAIOJ0BZAB6fT21VbUdF1PSXFBLXjxtFVCwAAAAAA4C+EtgB0/LhUUmK6apubfdccDm9X7YgR1tQHAIDVnE6n1q1bJ0maP3++HA6HxRUBAAAglBHaAmHK5ZLKykxYW17edT052dtVGx09+PUBAAAAAACEK0JbIMw0Nkrbt5sRCCdO+K7Z7dKYMeZgsfR0a+oDAAAAAAAId4S2QJg4eNB01e7fL7ndvmvx8aardvx4KSbGkvIAAAAAAABwEqEtEMJaWqQdO0xXbV2d75rNJmVnm67aUaPM6wAAAAAAALAeoS0Qgo4eNV21e/ZITqfvWmys6agdP16Ki7OmPgAAAAAAAPSM0BYIEe3t0u7dJqytquq6npFhumpzc83sWgAAAAAAAAQmQlsgyNXUmKB21y6ptdV3LSpKys83YW1SkiXlAQAQEmw2m1JSUjpeBgAAAPyJ0BYIQk6ntG+fmVV7+HDX9WHDTFCblydFsMsBAOg3u92uyZMnW10GAAAAwgRxDhBE6utNULt9u9Tc7LsWESGNHStNmGBCWwAAAAAAAAQnQlsgwLnd0oEDZgRCWVnX9aQk01Wbn2/GIQAAAAAAACC4EdoCAaqpyXTUbtsmNTT4rtnt5kCxwkJzwBgAAPAvp9Opt99+W5J03nnnyeFwWFwRAAAAQhmhLRBgjhyRtm6V9u6VXC7ftbg4M/6goECKjbWmPgAAwpXr1C/MAAAAgJ8Q2gIBoL1d2r3bhLXHjnVdz842YW12tsSB1QAAAAAAAKGN0BawUF2dmVW7Y4fU2uq7FhNjOmoLC6X4eGvqAwAAAAAAwOAjtAUGmdttDhTbulUqL++6Pny4CWrz8iTG5QEAAAAAAIQfQltgkDQ3m4PFSkq6HizmcJiQduJEadgwa+oDAAAAAABAYCC0Bfzs6FHTVbtnT9eDxeLjTVdtQYEZhwAAAAAAAAAQ2gJ+0N5uQtqtW6Wqqq7rWVmmqzYri4PFAAAIFklJSVaXAAAAgDBBaAsMoOPHvQeLtbT4rkVHew8WS0iwpj4AAHB2HA6HpkyZYnUZAAAACBOEtkA/ud3SgQMmrC0r67qelma6avPypAh2HAAAAAAAAM6ACAk4S83NpqO2pESqr/dds9u9B4sNH25NfQAAAAAAAAhOhLZAH1VWeg8Wczp91+LivAeLDRliTX0AAGDgOZ1Ovfvuu5Kk2bNny+FwWFwRAAAAQhmhLdALTqcJaUtKpKNHu66PGmXC2pwcDhYDACBUtbW1WV0CAAAAwgShLXAaDQ0mqN2+3YxD6CwqSsrPNyMQEhOtqQ8AAAAAAAChh9AW6MahQ1JxsVRaag4a6ywlxQS148ZxsBgAAAAAAAAGHpETcFJ7u7Rrl5lXW13tu2a3S6NHm7A2Pd2a+gAAAAAAABAeCG0R9o4fN0Htjh1Sa6vvWmysNGGCecTGWlMfAAAAAAAAwguhLcKS2y0dPGhGIJSVdV0fMcJ01Y4ZY7psAQAAAAAAgMFCaIuw0toq7dxpOmvr6nzXHA4pL0+aNElKS7OmPgAAELji4+OtLgEAAABhgtAWYaG21gS1O3dKbW2+a3FxUmGhNH68FBNjSXkAACDAORwOTZ8+3eoyAAAAECYIbRGy3G4z+mDrVqm8vOt6RoYZgZCTwwgEAAAAAAAABA5CW4SclhZzqNjWrVJ9ve9aRIQ0bpwJa1NSrKkPAAAAAAAAOB1CW4SM6mpzsNju3VJ7u+9aQoIZgVBQIEVHW1MfAAAIXk6nUxs3bpQkzZw5Uw6Hw+KKAAAAEMoIbRHUXC6ptNSEtYcPd10fNcocLJaVJdlsg18fAAAIHc3NzVaXAAAAgDBBaIug1Nwsbd8ulZRIDQ2+a5GRpqO2sFBKSrKkPAAAAAAAAOCsEdoiqFRVma7aPXskp9N3LSnJzKodN06KirKkPAAAAAAAAKDfCG0R8Fwuae9ec7DYkSNd13NyTFibmckIBAAAAAAAAAQ/QlsErMZGads282hs9F2LipLGjzcjEBISrKkPAAAAAAAA8AdCWwScI0dMV+3evabLtrOUFO8IhAj+7wUAAAAAAEAIIvZCQHA6TUhbXCxVVvqu2WxSbq40aZI0cqQl5QEAACg2NtbqEgAAABAmCG1hKc8IhJISqanJdy0mRpowwTzi4qypDwAAQJIcDofOPfdcq8sAAABAmCC0hSUqK01X7Z49XUcgpKWZrtq8PMnhsKY+AAAAAAAAwCqEthg0Lpe0b58Ja48c8V2z2aTRo01Ym55uTX0AAAAAAABAICC0hd81N3tHIJw44bsWHW3GHxQWMgIBAAAELqfTqQ8//FCSNH36dDl4OhAAAAD8iNAWfnPsmOmq3b3bHDTWWUqK6aodO1aK4P9CAAAQBBobG60uAQAAAGGCuAwDyu2WSkulLVukw4e7rufmmrA2I2PQSwMAAAAAAACCAqEtBkRLi7Rjh+msbWjwXYuKksaPlyZOlOLjrakPAAAAAAAACBaEtuiXmhpp61Zp506pvd13LSnJdNWOGydFRlpSHgAAAAAAABB0CG3RZ263dOCA6aotL++6np1twtrMTMlmG/z6AAAAAAAAgGBGaItea201HbXFxdLx475rkZFSQYEZgZCYaE19AAAAAAAAQCggtMUZ1dWZEQg7dkhtbb5rCQmmqzY/38yuBQAACFUxMTFWlwAAAIAwQWiLHpWXm67asrKua5mZUlGRlJXFCAQAABD6HA6HZs+ebXUZAAAACBOEtvDR1ibt2mXC2tpa37WICHOo2KRJUnKyJeUBAAAAAAAAIY/QFpKk+nozAmH7djO7trO4ODOrdvx4KTramvoAAAAAAACAcEFoG+YOHTJdtaWlktvtuzZypOmqzcmR7HZr6gMAAAgETqdTmzdvliRNmTJFDofD2oIAAAAQ0ghtw1B7u7R7twlrq6t91xwOaexYE9amplpTHwAAQCCqr6+3ugQAAACEiaAIbX/1q1/ppZde0okTJ3TOOefo4YcfVlZWljZs2KBly5Zp3759Sk9P15133qnLL7/c6nIDVkODVFIibdsmtbT4rsXGmhEIEyZIHIwMAAAAAAAAWCfgQ9uXXnpJ//znP7Vy5UrFxcXp0Ucf1TPPPKPbbrtNt99+u+666y4tXrxYGzZs0De/+U3l5uZq8uTJVpcdUCoqTFftvn1dRyCMGGG6akePZgQCAAAAAAAAEAgCPrT93//9X/3kJz9RZmamJGnZsmWSpKeeeko5OTm68cYbJUkXXnihFixYoFWrVhHaSnI6pd277SotlY4d812z26W8PBPWDhtmTX0AAAAAAAAAuhfQoe2RI0dUUVGh0tJS3Xvvvaqrq9OcOXP04IMPqqSkRBMnTvS5v7CwUG+88YZF1QaOY8ek11+Xjh2L0JAhks1mrg8ZIhUWmhEIsbHW1ggAAAAAAACgewEd2lZUVMhms2nt2rVauXKlmpub9fWvf13f//73deLECY0fP97n/qSkJFWferLWKdxut9ynzggIMTt2SCdOuDs+1rQ0qahIGjPGHDQmdR2TACD4ePZ4qH9OA8IZ+zxwdP534N8EA4l9DoQH9joQ+nq7z3v7eSCgQ9u2tja1tbXp3nvvVXJysiTp61//upYsWaK5c+d2+zY2T1tpDxoaGtTW1jbgtQaSjAybSksdSklp0uTJbUpPN9cbGqytC8DAcrvdamxslHTmz30AghP7PHA4nU45nU5JUl1dnRye34QD/cQ+B8IDex0Ifb3d5y0tLb16fwEd2iYlJUmS4uLiOq5lZmbK7Xarra1NtbW1PvfX1NQoJSXltO8zLi5OsSE+GyAxUcrOdquurk2JiQl8QQBClOe3c4mJiexzIESxzwPLggULrC4BIYh9DoQH9joQ+nq7zz3B7pkEdGibk5OjuLg4bd26VfPmzZMkHTx4UBEREbrgggu0evVqn/s/+eSTMx5CZrPZwuYTpOdjDZePFwhH7HMg9LHPgdDHPgfCA3sdCH292ee9/RxgH6ii/CEyMlKLFy/W448/roqKClVWVuqXv/ylrrjiCl155ZU6ePCgnn32WTU1NWnNmjV66623dN1111ldNgAAAAAAAACctYAObSXprrvu0rRp03T55Zfrsssu05gxY/Sd73xHqamp+s1vfqPXXntN5557rn76059q+fLlXQ4nAwAAAPrL6XRq8+bN2rx5c8dsWwAAAMBfAno8giRFRUXpgQce0AMPPNBlbcaMGV1GJAAAAAD+cOp5CgAAAIC/BHynLQAAAAAAAACEE0JbAAAAAAAAAAgghLYAAAAAAAAAEEAIbQEAAAAAAAAggBDaAgAAAAAAAEAAibC6AAAAACAY2O30OwAAAGBwENoCAAAAZ+BwOHT++edbXQYAAADCBO0CAAAAAAAAABBACG0BAAAAAAAAIIAwHgEAAAA4A5fLpeLiYknSpEmTmG8LAAAAvyK0BQAAAM7A7Xarurq642UAAADAn2gRAAAAAAAAAIAAQmgLAAAAAAAAAAGE0BYAAAAAAAAAAgihLQAAAAAAAAAEEEJbAAAAAAAAAAggEVYXMFhcLpckqampyeJKBofb7VZLS4saGxtls9msLgeAH7DPgdDHPg8cTqdTdrvpd2hsbJTD4bC4IoQK9jkQHtjrQOjr7T73ZJOerLInNrfb7R7QCgPUsWPHtH//fqvLAAAAAAAAABDmcnNzlZqa2uN62IS27e3tqqurU3R0dEeXBAAAAAAAAAAMFpfLpZaWFiUmJioiouchCGET2gIAAAAAAABAMKDlFAAAAAAAAAACCKEtAAAAAAAAAAQQQtsQU15eri996UuaMmWK5syZox//+MdnPI0OQOBbt26d5s6dq29961td1v7617/qM5/5jIqKinTppZfq7bfftqBCAP1VXl6u22+/Xeeee67mzJmjb3/726qrq5Mkbdu2Tddff70mT56s888/X88884zF1QI4G9u3b9fNN9+sGTNmaPbs2frGN76ho0ePSpI2bNigyy+/XEVFRbrooov0pz/9yeJqAfTXI488ooKCgo7X2edA6CgoKNCkSZNUVFTU8Xj44YclDdxeJ7QNIW63W1/72teUnJysf//733rhhRf0xhtv6LnnnrO6NAD9sGLFCv3gBz9QTk5Ol7Xi4mLdd999+sY3vqGNGzfqpptu0h133KGKigoLKgXQH7fffruSkpL0r3/9S6tXr9aePXv0ox/9SE1NTVqyZImmTZumDRs26IknntCvfvUr/f3vf7e6ZAB90NraqltuuUUzZ87UO++8o9dff13V1dV66KGHdOTIEd1+++265ppr9P777+v+++/X9773PX3yySdWlw3gLG3btk2rV6/ueJ19DoSeNWvWaMuWLR2P73//+wO61wltQ8iWLVu0Y8cOfe9731NiYqLy8vK0ZMkS/f73v7e6NAD9EB0drVWrVnUb2r7yyis6//zztWjRIsXExGjx4sXKz8/3+QYRQOCrr6/XpEmTdM8992jo0KEaPny4rrrqKm3cuFH/7//9P7W1tenuu+/W0KFDNWXKFF133XVauXKl1WUD6IOmpiZ961vf0m233aaoqCilpKToM5/5jHbv3q0///nPysnJ0Y033qghQ4bowgsv1IIFC7Rq1SqrywZwFlwulx588EHdfPPNHdfY50B4GMi9TmgbQkpKSpSZmamkpKSOaxMnTtT+/fvV0NBgXWEA+uXGG29UfHx8t2slJSWaOHGiz7XCwkIVFxcPRmkABkh8fLyWLVum1NTUjmuHDh1SSkqKSkpKNH78eDkcjo419jkQfBITE7V48WJFRETI7XZr7969evXVV/XZz36Wr+dAiPn973+vmJgYXXbZZR3X2OdA6Fm+fLnmzZunefPm6fvf/75OnDgxoHud0DaE1NTUKDEx0eea5/WamhorSgLgZzU1NT6/qJHMvq+urramIAADYsuWLfrd736n22+/vduv70lJSaqtrWVuPRCEDh48qEmTJmnRokUqKirSN77xjR73OV/PgeBTVVWlX/7yl3rooYd8rrPPgdDiOUtqzZo1eu6557R582Y99NBDA7rXCW1DiM1ms7oEAIOsp33P5wMgeH344Yf60pe+pLvvvluf+tSn2M9AiMnMzFRxcbHWrFmjvXv36t577+XrORBCli1bpmuvvVZjxozxuc4+B0LLypUrde211youLk55eXm655579Je//EXt7e3d3n82e53QNoSkpKSotrbW55qnwzYlJcWCigD4W3JycpdO+pqaGvY8EKT++c9/6stf/rK++93v6qabbpLU89f35ORk2e18KwcEI5vNptzcXH3729/WX/7yF0VERHS7z/l6DgSXDRs2qLi4WF/5yle6rCUnJ7PPgRA2atQouVwu2e32AdvrfKcfQoqKinTo0CGfAOeTTz7R2LFjNXToUAsrA+AvRUVF2rp1q8+1LVu2aPLkyRZVBOBsbdq0SUuXLtUTTzyhK664ouN6UVGRduzY4fNb+08++YR9DgSZ999/XwsXLvTZy54RJ3Pnzu3y9Zx9DgSfP/3pT6qoqND555+vWbNm6aqrrpIkzZo1SwUFBexzIERs27ZNP/rRj3yu7du3T1FRUbrgggsGbK8T2oaQCRMmaPLkyfrBD36g48ePa8eOHfrtb3+rG264werSAPjJ4sWL9fbbb+v1119Xc3Ozfve736msrExXXnml1aUB6IP29nZ973vf07e//W2dd955Pmvnn3++hg4dquXLl+vEiRN6//339Yc//IGv70CQKSwsVFNTk5YvX66mpiZVV1frF7/4hWbMmKHLLrtMBw8e1LPPPqumpiatWbNGb731lq677jqrywbQB0uXLtXf/vY3rV69WqtXr9Zvf/tbSdLq1at16aWXss+BEJGamqr/+7//07PPPqu2tjbt27dPP/vZz/T5z39el19++YDtdZvb7Xb7oX5YpKKiQg888IDee+89DR06VF/4whf0ta99zeqyAPRDUVGRJHV05kREREgyHbWS9Pe//13Lly/XoUOHlJeXp+9973uaMWOGNcUCOCsffPCBbrjhBkVFRXVZW7NmjRobG/XAAw9o69atSk1N1Ze//GV9/vOft6BSAP2xbds2PfbYYyouLlZERIRmzZql73znOxoxYoQ++OADPfzww9q7d68yMjJ0zz336KKLLrK6ZAD9UF5ergULFmjHjh2SxD4HQsjGjRv1+OOPa+fOnUpOTtaiRYv09a9/XVFRUQO21wltAQAAAAAAACCAMB4BAAAAAAAAAAIIoS0AAAAAAAAABBBCWwAAAAAAAAAIIIS2AAAAAAAAABBACG0BAAAAAAAAIIAQ2gIAAAAAAABAACG0BQAAAAAAAIAAQmgLAAAAAAAAAAGE0BYAAABBbenSpTrvvPN6XL/wwgv1rW99axArAgAAAPqH0BYAAAAAAAAAAgihLQAAAAAAAAAEEEJbAAAAhJUXXnhBn/3sZzVp0iTNnTtXDzzwgOrr633uKSkpUUFBQZdHeXl5xz1lZWW68847NXPmTBUVFemqq67Sv/71L5/309DQ0O376TzO4b/+67+0dOlSn7e79957VVBQoPfee88P/wUAAAAQ6AhtAQAAEDZ+85vf6Ic//KGuuOIK/fnPf9ayZcv01ltv6Y477vC5r6ysTJL0+uuva/369brnnnt81mtra/WFL3xBZWVl+p//+R/98Y9/1LRp0/TVr35V7777bsd9Bw4ckCT97Gc/0/r167V+/Xp99rOfPW2NxcXFeuONNwbiwwUAAECQirC6AAAAAKC/jh07pqlTp3a71tTUpHPOOUdtbW1asWKFFi1apK985SuSpNGjR+u73/2uvva1r+njjz/WOeecI0nat2+fEhMTlZeXJ0mKi4vzeZ+rVq1SVVWVnn/+eY0ZM0aS9N3vflcbN27UU089pdmzZ0vyhr+TJk3SsGHDJEkxMTGn/Vgee+wxXXbZZXr11VfP5j8FAAAAQgChLQAAAIJeUlKSVq5c2e3af/3Xf0mS9u7dq/r6es2aNctnfc6cOZKkTZs2dYS2O3fu7Ahju/Pxxx9r2LBhPvfYbDbNnj1bL7/8cse1srIyRUZGKiMjo1cfx5tvvqnS0lI9+OCDhLYAAABhjNAWAAAAQc/hcCgnJ6fbtYgI8y2vZ27tD37wAy1btqzLfZWVlR0vb926VXPnzu3x76uvr1dVVVWX7t62tja1tbWpqalJQ4YM0f79+5WVlSWHw3HGj6G9vV2PP/647rrrrjN24wIAACC0EdoCAAAgLCQmJkqS7rnnHn3qU5/qsh4fHy9JqqioUGlpqb761a/2+L4SEhI0atQoPfXUU92uR0dHS5J27dql/Pz8XtW3cuVKxcbG6oorrtDBgwd79TYAAAAITYS2AAAACAujR49WQkKCDh486NOV63Q6tX//fqWkpEiS/v3vf8tms3WMTejOlClT9K9//UtxcXFKTU3tuF5eXq6kpCTZ7XY1Nzdr27ZtWrRo0RlrO3HihH75y1/qF7/4hWw2Wz8+SgAAAIQCu9UFAAAAAIMhIiJCt956q1566SW98MILKi0t1bZt23T//ffr2muv1dGjR1VZWamXXnpJEydOlN1uV2VlpSorK9XQ0CBJqq6uVmtrq6666iolJibqG9/4hj766COVl5fr9ddf1+LFi/WrX/1K1dXVeu6559Te3q4FCxacsbY333xT5557rqZPn+7v/wwAAAAIAnTaAgAAIGzcdtttGjp0qF588UU9+uijio2N1bRp0/Tiiy9q+PDhKigo6Lh33rx5Xd5+8eLFev755zVr1iy99NJLevzxx/XlL39Zzc3NysjI0M0336xbb71Vy5Yt06uvvqq7775bWVlZZ6zL4XDonnvuGdCPFQAAAMHL5na73VYXAQAAAASCgoICLVu2TFdddVWXtfLyci1YsKAjtAUAAAD8hfEIAAAAAAAAABBACG0BAAAAAAAAIIAwHgEAAAAAAAAAAgidtgAAAAAAAAAQQAhtAQAAAAAAACCAENoCAAAAAAAAQAAhtAUAAAAAAACAAEJoCwAAAAAAAAABhNAWAAAAAAAAAAIIoS0AAAAAAAAABBBCWwAAAAAAAAAIIIS2AAAAAAAAABBA/j9plihbVN56YAAAAABJRU5ErkJggg=="/>
          <p:cNvSpPr>
            <a:spLocks noChangeAspect="1" noChangeArrowheads="1"/>
          </p:cNvSpPr>
          <p:nvPr/>
        </p:nvSpPr>
        <p:spPr bwMode="auto">
          <a:xfrm>
            <a:off x="155574" y="-144463"/>
            <a:ext cx="4148411" cy="414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data:image/png;base64,iVBORw0KGgoAAAANSUhEUgAABW0AAAJOCAYAAADMCCWlAAAAOnRFWHRTb2Z0d2FyZQBNYXRwbG90bGliIHZlcnNpb24zLjEwLjAsIGh0dHBzOi8vbWF0cGxvdGxpYi5vcmcvlHJYcgAAAAlwSFlzAAAPYQAAD2EBqD+naQAA0HdJREFUeJzs3Xd8VFX+xvHPpCekQAgtIRCKhBKaCKKIgkRBsCACFqSuWVdFXdefGqyoCNEVxYKygiIIUgRFca3BRRERQUB6Cy10AkkgPZmZ3x+XmWRSSM+kPG9f88rce889cybkJvHJud9jslqtVkRERERERERERESkWnBx9gBEREREREREREREJJdCWxEREREREREREZFqRKGtiIiIiIiIiIiISDWi0FZERERERERERESkGlFoKyIiIiIiIiIiIlKNKLQVERERERERERERqUYU2oqIiIiIiIiIiIhUIwptRURERERERERERKoRhbYiIiIiIiIiIiIi1YhCWxEREZFaIjU1lfDwcKZMmeKw/9Zbb+WRRx5x0qhERERERKS03Jw9ABERESmb6OhovvjiixK1nTZtGsOGDavkEYmz1atXj4iICL777jvuvvtuWrduTWxsLHv37uXOO+909vBERERERKSETFar1ersQYiIiEjpHT16lMTERId9w4cPp02bNrz66qsO+5s3b06DBg2qcnjiJAcOHOCZZ55h06ZNuLq64urqyl133cWkSZNwcdFNViIiIiIiNYFCWxERkVokPDycTp068fnnnzt7KOJk6enpnD9/nkaNGimsFRERERGpYfQbvIiISB1xzTXXcNttt7Fv3z7Gjx/P5ZdfTrdu3RgzZgw7d+4s0P7bb7/lrrvuonv37nTp0oWbb76ZDz74gJycHHubo0ePEh4eTnR0dIHzR48eTXh4uH17/fr1hIeHFwiUd+7cSYcOHRzarlmzhvDwcD7++GMWL17MoEGD6Ny5M3369OGll14iPT3doY/ExESmTJnC9ddfT0REBD169GD06NGsWrXKod0777xDeHi4/dGxY0euueYa7r//fv76669S91nU+7e913feeafIz4fN559/XuDzcv3113P99dcXaFuS17Cd5+3tTZMmTXBxceEf//hHgbaFsY2lqEf+81NSUopse+WVVzq0PX78OM899xzXX389Xbp0oU+fPowfP54//vij2M+HTXh4OKNHj7Zv2z7/JanXW9Tn3/Y1sX79eof9O3bs4MEHH+TKK68kIiKC/v37M3nyZM6dO1egj9tvv73Iz8PevXvt7axWK4sWLeL222+na9eudOvWjWHDhrF06VKH/mz/tvk/nyNHjuSrr75yaFvWr5XSvsfCPmdFPfL+G23cuJGoqCh69epFREQE1157LZMmTeLYsWMF+sv/bxAdHU14eDhHjx4FCr/eEhISuOqqqxg9ejRms9nel+0cm3nz5hUYW2Fsr5H/c3Xq1Cm6d+9eaN/52b7WinrYzj9w4ADh4eG88sor/Pjjj9x222106dKFK6+8kieeeMLh36E6fP8E4zp+8skn6dOnD507d2bgwIG8++67ZGRklOi92z6vRV2Phf1bFPbzRUREpC5QTVsREZE6wt3dnTNnzvDPf/6Te+65h4ceeog9e/bw+uuvM3bsWL755hsaNWoEwIcffshrr73GDTfcwP3334+npyf/+9//ePPNN9m9ezdvvPFGhYzJarXy0ksvYbFYCowV4Msvv8Tb25snnngCb29vVq5cycKFC0lKSrKPITU1lXvuuYf4+Hj+8Y9/0KNHDxITE5k3bx4PPvggMTEx3H777Q79v/jii3Tq1AmLxcKRI0d49dVXGTduHKtWrSIwMLBMfVZXP//8M//73/9Kdc7EiRPp16+ffXvHjh288MILBdodOnQIgJEjRzJy5Ej7/gceeIDs7Gz7dlpaGvfccw+pqak88cQTtGnThlOnTvHWW28xYcIEli5dSseOHUv3xgA3NzeaNGlC/fr1S33upWzcuJHx48cTFhbGc889R+PGjdm+fTvvv/8+69atY/ny5fj6+trbHz58mE6dOvHiiy/a982cObPA5/3ll19m4cKFjBgxgn/9619YLBb++9//8txzzxEfH8/jjz/u0N72ebVarZw7d45Zs2bxxBNPEBAQwHXXXVel7zH/uGxfH7avjbxfA/Xq1QPgl19+4YEHHiA0NJSnn36aZs2asWvXLt5++23WrFnDihUrCAoKKtf7ePbZZwF4/fXXcXV1LbTN2bNni/2DRXFee+010tLSSnXOsmXLHLbzf03Yvs+tX7+e9evX849//IOGDRuyevVqPvroI+Lj41m0aBEmk6nQ/qv6++eZM2cYOXIkLi4uPP7444SGhrJlyxbeeust/vrrL2bPns2LL75IamoqAEuXLmXp0qX277cAjRs3LtXnUEREpC5TaCsiIlJHmEwmzp49y6RJk7jlllsAuOKKK/Dw8ODZZ5/l888/5/777+fcuXPMmDGD3r178+6779rPv/rqq8nJyeHTTz9l3LhxdOnSpdxj+vLLL9m5cye9e/fm999/dxgrGLO6Vq1aZQ+Prr76ag4fPsw333zDU089RZMmTVi0aBEHDhzgpZdeclhs6/rrrycyMpI33niD2267zaFEQKtWrejcuTMAXbt2ZceOHcydO5e4uDgCAwNL3Gd1l5WVxdSpU+nXrx+rV68u8XkhISH2zw9QZFh15MgRAC6//HKH9h4eHg6h7ZEjR+jSpQvXXnstw4cPt++vV68ef//731m5cmWZQtumTZvyyy+/lPq84rzyyiv4+PjwySef2APhXr160axZM/75z3+yePFi7rvvPsCY6Zmamkp4eLjD5yB/kLx7924WLlzIsGHDmDJlin3/ddddR1JSEh999BGjR492CLUaN27s0KfFYuGBBx5g27Zt5Q5tS/Me82vSpAlNmjQBcr828o8V4NVXX8XT05NPP/2UwMBAAK688kqaN2/OQw89xLx58woE1aWxcOFCfv75Z+bMmWMfT2GmT59O06ZN8ff3L9PrbNiwgf/+979ce+21pfp6y//5yP81Yfs+d+DAAb7//ntCQkIA43OUkJDAV199xZYtW+jevXuh/Vf198///Oc/nDlzhs8//9wewvbs2ZNz587x1VdfsW/fPi677DJ7H7bvOXm/34qIiEjJqTyCiIhIHeLq6kpkZKTDvr59+wLYywOsXbuWrKwsbrjhhgLnDxo0yN6mvFJSUnj99df5+9//TrNmzQpt06dPnwKz/a655hqsVivbtm0D4NdffwXgpptucmjn5eVFnz59OH36NAcOHCi0/5ycHOLi4li7di2tWrUiIiKiVH3aZvblLRlRnXz88cckJSWVqHxAWdhm2rZq1eqS7dq3b8/bb7/tENjmPe/48eOVMr6yOHXqFDt37uTKK68sELINGDAAd3d3h6//kn4ObAHWjTfeWODYoEGDyMnJcQje8rJYLJw+fZpvv/0WHx+fAtdwaZX2PZbFyZMn2b9/P71797YHtjbXXnstbm5urFu3DsD+BxWz2Vyivi0WCz/++CPTpk3j8ccfp0+fPkW23bp1K1988QXPP/98md6H2Wzm5Zdf5vbbb6+QP1QVplOnTvbA1uaaa64BKFC2xcYZ3z/XrFlDUFCQPbC1eeqpp1i7dq1DYCsiIiLlp5m2IiIidUiDBg3w9vZ22NewYUMAe/3EEydOAMat3C+//HKh/Zw8edJh+4svvuCLL74o1VhmzpyJl5cXUVFRhd56DxAcHFxgn+126rNnz9rH4uvrW+gsuqZNmwJw+vRp2rZta98/ZswYh3Y9evTg1VdftX9uStpnr1698PLy4o8//mD37t00adKEkydP2oOQwhRXx9Hm2LFj9rb16tUjODiYW2+9lQkTJuDmVvyvcKdOneL9999n0qRJBAQElOg1S+vw4cMAtG7duti2K1asYOnSpezbt48LFy6Qdy3cwtbFnTRpEpMmTaq4wZaQ7ev/+++/L/LfKu/Xf0k/B7Zg+h//+EeRbfJfV++++67DbPeQkBBmzpxJ+/btHdqV9multO+xLGznF3YNe3h4EBgYyOnTpwFo0aIFYHyNtGvXDrPZzIEDBzh48GChfX/55Zd8+eWXuLu72+8aKIzVauXll19m8ODB9OrVq0zvY/HixZw4cYKPP/6YhQsXlqmP4lzq+1xR9YWd8f3z+PHjJbrWS8P29WerwX3jjTfyj3/8w15iQ0REpC5TaCsiIlKHFFXzEShQN/Hxxx+3z8LNL38I2L9/fx599FGHfc888ww7duwo9PwDBw7wySef8O677+Lp6Vmm8eYtd5D3Vvy8bGFg/vc2ZcoUIiIiyMnJ4cSJE8yaNYvhw4ezYMEC+2yxkvTp5ubGk08+ydSpU+3lEpo0aVIgVMtrxYoVDturVq0qtN5mo0aNmD17NgBJSUl89tlnTJ8+nQsXLpTolvJ///vftG3blhEjRjgs+lSR9u/fX6LbzhcuXMhLL71Ep06deOGFFwgNDcXDw4PTp0/z97//vdBzHn74YQYMGOCwb+jQoRU19CLZvlYGDhzIAw88UGgbW81QMD4HAO3atStRv6+++mqRQWn++q533nknd999N1arlcTERJYtW8Z9993HtGnTHMpzlPZrpbTvsTyysrIK3W+1Wu3X8MCBA1m6dKk9jHVxcaFz584FFsyyGTBgAI8//jjDhg3j9ddf59///neh7ZYvX05cXBwzZ84s09jPnTvHW2+9xT//+c8Cs4UrUmm+L4Nzv39mZmYW2WdZ2L4fXrhwgR9++IEPPviAY8eOVVjddBERkZpMoa2IiEgdcu7cObKzsx0CmTNnzgDYFyFr3ry5/ViHDh1K1G/9+vULtL3UTKlXXnmFa665xmGxq8LYZuIVts8WcIWEhHDw4EHOnj1rnzVsY5vdmP/24RYtWtjH27lzZxo3bsydd97JwoULmTx5cqn6HDVqFDfddBPHjh0jMDCQkJAQ1q9fz88//1zoe8r/edq1a1eh7Tw8PBza9urVi//973+sWrWq2NB206ZNfPPNNyxZsqTIRYzKKysri3379hUZ7Oe1fPlyXFxc+PDDD2nQoIF9v23F+cIEBweX+OuvItluU09LSyvR6+/cuZOAgABCQ0NL1G/+f9dLadSokUPb3r17s3r1av7zn/84hLal/Vop7XssC9ssT9us3rwyMzM5d+6cvdyAh4cH8+fP59ChQ6Snp9O8eXP8/f2Jjo5m7969Bc739/enTZs2jB49mjlz5jB69OgCpQtSUlJ44403ePjhh8u8+NWMGTMICQnhrrvuKtP5JXXq1KkC+/J/X87LWd8/g4ODOX36NBaLxSH0zcrKIiUlhXr16l0yRC5M/q/b3377jf/9738FFlcTERGpi1TTVkREpA7Jzs4uECbaalfaFru56qqr8PT05PPPPy9Qq/XXX3/llVdesQcKZREbG8vGjRt55plnim27Zs2aAsHe2rVrcXV1pWvXrkBuTd6VK1c6tEtJSeHXX3+lRYsWhIWFXfJ1bAGE7f2Wts/AwEA6d+5coC5lRbNarcXW/bRYLEyZMoXhw4dX6uI/f/75J5mZmVx55ZXFtjWbzbi5uTnMyLVarXz44YdA9aoJHBQUREREBOvWrSM+Pt7h2OnTp4mOjmbr1q0ApKamsnnzZnr16lVsOG4L2JYuXVrg2Jdffsn06dOLXPAtv5J8vi71tVKa91hWjRs3pn379qxbt67A94vY2FjMZrND4G8ymWjVqhUdO3Ys8YJhUVFR+Pn58corrxQosfH222/TsGFDRo8eXabx79ixg2XLlvH8889fcsZqRdiyZUuBz5GtxEr+Rcic+f2zb9++pKamFvgZ8t5773HVVVcVeWdFaZjN5mr1/UBERMSZNNNWRESkDqlfvz6vvvoqR48epUOHDuzbt4/p06fTsGFDbr/9dsCoe/voo4/y2muvMXbsWEaPHk3Dhg3566+/eO+99wgLC3OYLVlaq1at4uGHHy52ZiKAn58fY8aMYfz48QQEBPDVV1+xadMmhg8fbr9d+c4772TZsmW8/vrrpKWlcfnll5OQkMDs2bM5f/48r7zySoF+Dx48iI+PDxaLhVOnTvGf//wHV1dX++zFsvRZ0bKzs4mLiwOMW94XL15Menr6JWt4gjGzMSMjg48++qjSxrV582beeustPD09CyxgVJg+ffqwe/duXnjhBYYOHcq5c+dYtGgRPXv25Ndff2Xr1q2sW7eu1CHzyZMnueeee7j22muZPHlyic7JP7PZFpYdOXKE0NBQgoODefrppxk3bhyjR49m4sSJhIWFER8fz6xZszh37hwPPfQQO3bsYMmSJWRmZpaobEO7du0YNWoUCxcu5KGHHmLYsGH4+vqybt065syZQ9++ffHx8XE45/Tp0/YFo5KTk/niiy9IS0uzX6s2ZflaKcl7LK/o6Gjuu+8+xowZw4MPPkijRo3YunUrM2fOpGXLlgVqS5dWQEAAUVFRTJ8+nZUrV3Lrrbfaj61atYoFCxaUqP5zYf73v/8xbNiwAqFpZQgJCWHMmDE88MADNG7cmJ9//pmVK1dy9dVXF1j0y5nfP++//36+++47nnrqKR577DHatm3LX3/9xZw5c7j22mvL9Lmyfd2mpKTw7bffcujQIYYNG+Ywk1dERKSuUmgrIiJSh9SrV4933nmH1157jbfffhuLxUL37t2ZNGmSwyryf/vb3wgODmb+/PlMmjQJi8VC06ZNufvuu3nwwQfLHISAUZqgqDqm+Q0ePJiGDRvy9ttvEx8fT/369Rk3bpzDLd/e3t4sWLCAd999l2XLljFz5kx8fHzo2rUrzz77LD179izQb96Fexo2bEiHDh2YN2+evW1Z+qxop0+fZvDgwQD4+vrSsmVLXnzxRe68885iz3388ccd/j0rUlpaGvfffz++vr5MnTq10Nu383v44YdJT0/nxx9/5KuvvqJFixbce++93HXXXbi7u/P+++8THR1d6qA5JyeHY8eOFblYU2GKClifffZZbr/9dmJiYujRoweLFy/mvffe49///jepqakEBgbSu3dvHnzwQUJDQ7nrrrvYu3cvEyZMIDIyskSv/dxzz3HZZZfx2Wef8a9//QsXFxeaN2/OxIkT+dvf/lag/dKlS+0zc/38/GjZsiVTp07ljjvucGhXlq+VkrzH8rrqqquYP38+77//Pi+99BJpaWk0btyYO+64g4kTJ+Ln51fu1xgzZgzz589n+vTp3HDDDfb9t9xyS7muU39/f5544olyj68kunXrRr9+/Zg1axZxcXH4+PgwbNgwoqOjC7R15vfPRo0asWTJEt566y3eeecdLly4QHBwMH//+9+JiooqUykW29etj48PISEhPP7444wbN67U/YiIiNRGJmthy/WKiIhIrXP99dcD8NNPPzl5JMVbv349Y8aMYeLEiTz88MPOHo7UAddffz29evUiJibG2UOROuLo0aMMGDDA/seCiqLvnyIiIrWD7jsRERERERERERERqUYU2oqIiIiIiIiIiIhUIwptRURERERERERERKoR1bQVERERERERERERqUY001ZERERERERERESkGlFoKyIiIiIiIiIiIlKNuDl7AFUlJyeH5ORkPD09cXFRVi0iIiIiIiIiIiJVy2KxkJmZSUBAAG5uRUezdSa0TU5O5tChQ84ehoiIiIiIiIiIiNRxYWFhNGzYsMjjdSa09fT0BIxPiLe3t5NHU/msVispKSn4+vpiMpmcPRwRqQS6zkVqP13n1YfVaiUnJwcANzc3/XtIhdF1LlI36FoXqf1Kep2np6dz6NAhe1ZZlDoT2tpKInh7e+Pj4+Pk0VQ+q9VKdnY2Pj4++oEgUkvpOhep/XSdi9R+us5F6gZd6yK1X2mv8+LKt6q4q4iIiIiIiIiIiEg1Umdm2oqIiIiIlJXFYmH//v0AtG3bVgvbioiIiEil0m+bIiIiIiLFsFqtHD9+nOPHj2O1Wp09HBERERGp5RTaioiIiIiIiIiIiFQjCm1FREREREREREREqhGFtiIiIiIiIiIiIiLViEJbERERERERERERkWpEoa2IiIiIiIiIiIhINaLQVkRERERERERERKQacXP2AEREREREqjsXFxd69+5tfy4iIiIiUpkU2oqIiIiIFMNkMuHl5eXsYYiIiIhIHaFpAiIiIiIiIiIiIiLViGbaioiIiIgUw2KxcPDgQQBatWqlEgkiIiJSoUaPHs3GjRtxcysY1eXk5HDFFVfwySefOGFk4iwKbUVEREREimG1WomPjwcgLCzMuYMRERGRWmnQoEG8+eabBfY/9thjJCQkOGFE4kyaIiAiIiIiIiIiIlLNZWdnEx4ezsKFC/n73/9O9+7d6d+/Px988IFDuyVLlnDLLbfQvXt3brzxRqZPn05WVhYA69evJzw8nIiICDp37szAgQMBiI6OZuTIkQ795N93/PhxHn74Ya655hp69erFvffey19//WU/vnTpUm688Ua6du1K//79ef/99yvrU1EnaKatiIiIiIiIiIhINefu7g7A7NmzefPNN3nvvff46aefePjhh2nevDmDBw/miy++ICYmhhkzZnD11VcTFxfHgw8+SFJSEi+//LK9ry+//JI2bdqU+LVzcnIYP3487dq146uvvsLT05MPPviA0aNH8/XXX+Pv78+iRYuYPHkyV111FRs3buTee++lffv29O/fv8I/F3WBQlsREREREREREak1DhyAjRshO9s5r+/uDldcAa1bV07/kZGRdO/eHYAbb7yRiIgIVq1axeDBg/nkk08YPHgw1113HQDt27dn9OjRvPnmmzz//PNlfs01a9Zw6NAh5s2bR2BgIAATJ05k8eLFfP311zz44IN88cUXAKSnp3P8+HHc3d1p0qRJOd9t3aXQVkREREREREREao2//oKkJOeOYevWygtt88+Qbd68OSdPngTgyJEj3HzzzQ7HW7VqRWZmJqdOnbpkv1u3bqVz58727ZycHPv24cOH8fHxoWnTpvbj7u7uNG/enCNHjtj3ff/99zzyyCP4+fkRExNDx44dy/YmRaGtiIiIiIiIiIjUHl27On+mbZculde/xWJx2LZarXh5eQFgMpmwWq2XbF+ULl26sHTpUvt2dHQ0Bw4csPdbmPyvNXDgQNavX89nn33GU089RWhoKF27di3R64sjhbYiIiIiIiIiImVhsUB6uvFIS8v92KABhIU5e3R1VuvWlTfLtTo4ePCgw/bRo0ftM1rDwsLYv3+/w/G4uDi8vb1p2rQpx44dK9NrhoWFkZaWxrFjxwgJCQEgKyuL+Ph4Bg4ciNVq5ejRo4SGhlK/fn2ioqKYM2cOv/32m0LbMlJoKyIiIiJSDBcXF3r27Gl/LiIitZjVCpmZkJEB9es7Htu+HQ4fzg1oMzIK76NtW4W2Uml++OEHBg4cSLdu3YiNjWXHjh088cQTAIwePZrnn3+em266iauuuordu3ezYMEChg8fjptb2WPAa665hlatWhETE8NLL72Eu7s7M2fOJCcnh1tuuYW1a9fy0EMPMWvWLK688kp+++03kpOTVR6hHBTaioiIiIgUw2QyUa9ePWcPQ0REKkJGBpw5A6mpRvha2MNiMe5xHz/e8dykJCjJTMX09EoZugjAvffeywcffMCGDRsIDAxk0qRJXHXVVQDceuutnD17lhdffJEzZ87QrFkzRowYwf3331+u13R1dWXWrFlMnTqV66+/Hg8PDzp27Minn35KcHAwwcHBPPnkkzz33HOcOXOGRo0aMWnSJPuCaFJ6Jmv+4hO1VFpaGrt27aJDhw74+Pg4eziVzmq1kpycTEBAQJF1R0SkZtN1LlL76ToXqf10nYtUAKs1tyxBYY/LL4egoNz28fHw7bcl63vCBMg7O/HPP42Hqyt4e4OPj/GwPbd99PODhg3zDFHXulSM8PBwpk2bxrBhw5w9FMmnpNd5STNKzbQVERERESmGxWKxr4zcokULlUgQEakqGRlG8OriUrBUwZdfwoULRmB7qflorVs7hraXmsiVN4j18QGz2TG07dzZeHh4lOntiIiUlEJbEREREZFiWK1WDh06BEBoaKhzByMiUpskJ8O5c0apgsIeZrPRrk0bGDDA8VxbeYPi5G/j52fMvrUFs/Xq5c6SLe6PcgprRaSKKLQVERERERERkYqTk1N4AJuRUTB43bYNdu4svs/U1IL7fH2N2rP5w9e8j3r1wMvL8TwPD7jiirK/PxEn2rNnj7OHIFVEoa2IiIiIiIiIlExODphMRk1Xm8RE+P333HA2M7Po8/v2dZyt6utbeDsPDyNwtT3y1Ie1u/XWsr0HEZEaQKGtiIiIiIiIiOQu6JWSUvQjIwOuvx7atnU8Lz6+ZK+RmuoY2gYHQ69exqxYX9/c2bHu7hX73kREahiFtiIiIiIiIiJ1QVZWbvjq6gohIY7HlyyB8+eL7yclxXG7Xj3jo4uL4+zYoh55NW5sPERExIFCWxEREREREZHaIjkZTp8ufJZsdnZuu6ZNC4a2Pj5Fh7YmkxG4+voaC3bl5ekJo0cX3C8iImWm0FZERERERESkurNaIS0NLlzIfaSkwFVXOZYSOHgQ/vij+P7yz5YFI8j19DSCWV/f3JDWVrbAxaXo/hTYiohUKIW2IiIiIiLFcHFx4fLLL7c/FxGpVFlZsH27EazmDWgtloJtIyIgMDB3u7CFvVxdC4aw/v4F2/XqVXHvQUREykWhrYiIiIhIMUwmE/6FBRwiIiVltRqLcOUPYi9cgDZtoH17x/YbN5as35QUx9C2cWNj9q2vL/j5GR+9vCrufYiISJVQaCsiIiIiIiJSGbZuhWPHjDqxFy4UPlMWICDAcdvDw3hkZRnb7u5GAFvYI/+5/v7QuXPFvxcREalSCm1FRERERIphsVg4evQoAM2bN1eJBJG6ymqF9HQjhLU9LlwwPlqtMHSoY/szZyA+vvh+09IK7rvhBqO+rJ+f8VFEar2vvvqKZcuWsXfvXlJTU6lfvz69evUiKiqK9vln40utp9BWRERERKQYVquVAwcOABCSf7V1EandTp+GTZtyw1mzufB2JpMxkzbvH3VsZVXc3Izw1d/fcZasrYRBYaGsvteI1CkvvfQSK1eu5Mknn+TGG2/E19eXY8eO8emnnzJy5Ejeeust+vfv7+xhShVSaCsiIiIiIiJ1S06OEcAmJxsP2/Pz5+G666B589y2FgscOVJ8n97ekJEBPj65+yIioFMnx30iIvlYrVa6d+/O4MGDueKKK+z7W7RoQXR0NO7u7kyaNImffvrJ/tFqtZKdnY27uzsmk4lWrVrx1VdfcejQIaZNm8aWLVvIysqiVatW/Otf/+Kaa66x95uUlMSVV15pPxcgKyuLyZMnc/fddwOwceNGpk+fzv79+/Hy8uKKK64gOjqaJk2aABAeHu7Qvqh9NuvXr2fMmDEOr2k2m2nQoAFr164lOzubiIgInn/+eX7++Wc2bNhA/fr1ufvuu/n73/9u72fJkiUsWLCAo0eP0qhRIwYOHMjDDz+Mh4dHgdcIDg7m+++/Jzo6mgMHDrB06VJ7P/n3HT9+nGnTprF582aysrJo164dTzzxBF27dgVg6dKlzJkzh1OnThEYGMjIkSN54IEHyvcPXwyFtiIiIiIiIlL7/fYbnD1rBLOpqUW3O3/ecdvPz/jo6po7W9b2yDt71q2Q/7329q648YtI6WzdCtu2Fd8uKAgGDnTc9/33kJBQ/LmdO0OXLrnb2dmwdGnB/cUwmUzccsstRR6/5557+OCDD1i7di1vvfUWAEePHmXAgAG89957XHvttfa2jzzyCMHBwcTGxuLl5cW7777Lww8/zE8//USDBg0AOHLxD1HfffcdzS/+kSo8PNzex+HDhxk3bhyPPPIIH374IWlpaTz11FOMGzeOr7/+GldX1xK/t/y+/PJL2rRpA8A777zD4sWLAXB3dwdg9uzZvPnmm7z33nv89NNPPPzwwzRv3pzBgwfzxRdfEBMTw4wZM7j66quJi4vjwQcfJCkpiZdffrnQ1yiJnJwcxo8fT7t27fjqq6/w9PTkgw8+YPTo0Xz99df4+/uzaNEiJk+ezFVXXcXGjRu59957ad++faXOflZoKyIiIiIiIjWTbcZs/lmzAQHQt69j22PHIDHx0v15eRVcLMzHB0aNMj5enB0mIjVAdval/0BjU69ewX3p6SU7NzvbcdtqNc7Lv7+UBg4cyPHjxwvsP3ToULHnLlmyBADvi380Gjp0KLNmzWLv3r1ceeWVgBHaenh4EBwcXGgfixcvplmzZvYZrj4+PvzrX/9i2LBhbN682WE2cEWLjIyke/fuANx4441ERESwatUqBg8ezCeffMLgwYO57rrrAGjfvj2jR4/mzTff5Pnnny/za65Zs4ZDhw4xb948AgMDAZg4cSKLFy/m66+/5sEHH+SLL74AID09nePHj+Pu7m6fdVxZFNqKiIiIiIhIzXD8OOzfnxvSFhWqpKcX3BcQYIS2Xl7Gc39/x48BAeDhUfA8k6nwUEdEqjd395Jdu4XNiPf2Ltm5F2eH2tm+X+TfX0rff/+9w/a5c+e46qqr7LNRL+WPP/5g1qxZHDx4kJSUFPv+zMxM+/ODBw/SsmXLIhdWPXz4cIGZqq1atQKMwNcW2k6ZMoWpU6eW7E2VUP7Xbd68OSdPnrS/9s0331xgXJmZmZw6deqS/W7dupXOnTvbt3Nycuzbhw8fxsfHh6ZNm9qPu7u707x5c/usZDD+XR555BH8/PyIiYmhY8eOZXuTJaTQVkRERERERJwvI8MIYpOScj/27esYqCQlwe7dxfeVlVVwX58+0K9f4cGsiNQ+XbqUqkSBg/zlEkrK3d2YmV8GJ0+epGHDhoUGs3/++SeQG5wW5ejRo0ycOJGRI0fyn//8B39/f+Lj44mMjHRoFxcXd8nyASaTCavV6rDPkv8uBODZZ58tUNO2vPK/jtVqxcvLq1TjKkyXLl0KrWlr67cw+V9r4MCBrF+/ns8++4ynnnqK0NBQe83byqDQVkRERERERKqObWGvvOFscrIR2ubXubNjaBsQkPvcy8txlmzembOengX70mxZEammMjIyGD58OHfffTcPPfSQw7GcnBzefvttGjduzNVXX33JfrZv305WVhaPPPII/v7+AGwrpK7v9u3bufPOO4vsJywsjO+++85hny3gLC44Lq+DBw86bB89etQ+ozUsLIz9+/c7HI+Li8Pb25umTZty7NixMr1mWFgYaWlpHDt2jJCQEMBYmC0+Pp6BAwditVo5evQooaGh1K9fn6ioKObMmcNvv/1WqaFt4fOgq9iaNWu4+uqreeyxx4psk5qaSr9+/YiOjrbvs1gsvPnmm/Tp04euXbsybtw44uPjq2LIIiIiIlKHuLi40K1bN7p161bkrYQikkdaGpw4Abt2wdGjBY//+CP88Qfs2QOnThUe2IIR5ubVuDEMHQpjx8KYMcbz/v3h8suhbVto1KjwwFZEpBrz8vLiueeeY9asWbzxxhucOXMGq9XKnj17uP/++zly5AivvfZaseURbIHjr7/+isVi4bfffmPFihUAnDhxAqvVysaNG4mPj6dfv35F9nPXXXdx6tQpPvjgAzIyMjh58iSvv/467du3p1u3bhX0rgv3ww8/sGHDBrKzs/n222/ZsWMHQ4YMAWD06NF8++23/PLLL2RnZ7Nt2zYWLFjA8OHDcStsMcgSuuaaa2jVqhUxMTEkJiaSkpLCm2++SU5ODrfccgtr167l5ptvZt26dVgsFn799VeSk5Nrf3mE2bNns2zZMlq2bHnJdu+88w4XLlxw2Dd//nyWL1/Ohx9+SPPmzXn11Vd56KGH+PLLL4uc2iwiIiIiUlomk4n69es7exgi1YttwZ3EROORlJT7PG95gjZt4OLq5AC4uBizYfMGsvXqGbNk69c3Hrbnvr6Or+nubgS3IiK1zMCBA2nWrBlz5szh9ttv58KFCzRo0ICrrrqKzz///JLlDGw6d+7MxIkTefnll3n++ee5+uqriYmJYerUqcTExGAymZg6dSr3338/l112WZH9hIaG8t577zFjxgzeffdd6tevz9VXX82MGTMqPW+79957+eCDD9iwYQOBgYFMmjSJq666CoBbb72Vs2fP8uKLL3LmzBmaNWvGiBEjuP/++8v1mq6ursyaNYupU6dy/fXX4+HhQceOHfn0008JDg4mODiYJ598kueee44zZ87QqFEjJk2aZF8QrbKYrPkLNFSx+fPnc/vtt/PKK6+QmZnJm2++WaDN7t27ue+++7jpppu4cOECMTExAAwZMoQRI0Ywbtw4AFJSUujduzeffPKJfaU5m7S0NHbt2kWHDh3w8fGp9PflbFarleTkZAICAhRgi9RSus5Faj9d5yK1X424zi0WSEkxgta8fv0Vdu4s/vyGDeGOOxz32W5vtQW05Vy0R6S6qxHXuoiThYeHM23aNIYNG+bsoZRJSa/zkmaUTp9pO2bMmEset1qtTJ48mf/7v/8jPj7ePts2MzOTuLg4IiIi7G19fX1p0aIF27dvLxDaioiIiIiUlcVi4cSJEwA0a9ZMJRKkdjKbc2vM5p05m5RkBLfjxjku4pW3vmxevr65M2br14cGDQq2adu2ggcvIiJSuzg9tC3OkiVLcHd3Z+jQobzzzjv2/UlJSVitVgLy/aIQEBDAuXPniuzParUWWP2tNrK9z7rwXkXqKl3nIrWfrvPqw2KxsHfvXgCaNGmiWVJSYZx+naelGTNmbYuBXWoc585Bkya520FB0KKFEcrawtn69QufNavvY1LHOf1aF6khavJ1UtLrvKTvr1qHtmfPnuWdd95h/vz5pTrvUr9Ep6SkkJ2dXd6hVXtWq5W0tDTg0p8PEam5dJ2L1H66zqsPs9lMZmYmAMnJybi6ujp5RFJbVOp1brFgunABU2IipqQkTImJWJo3x5K3jmFODh67dhXdh4sLVn9/rAEBmFNTseatQ+vtDb17O7a/+F5ExJF+posUb/369YDxu1ZNVNLr3PY7ZXGqdWgbExPDyJEjCy223KBBA1xcXEhKSnLYn5iYSMOGDYvs09fXt87UtAVUL0ekFtN1LlL76TqvPsxmM54XV6QPCAhQaCsVpsKu87Q0SEgwyhmcO2c8kpKMkgd5BQQULGvQuLFxft7Zsg0aGA9/f2PhMBEpF/1MF6n9Snqdp5XwD5zVOrT96quv8Pf359NPPwUgIyMDi8XC//73P9avX0+7du3YsWMHPXv2BIySCUeOHKFz585F9mkymerMN0jbe60r71ekLtJ1LlL76TqvHvL+G+jfQypaqa7zjAyjjEHeMgUAGzbAxRIe+Tp33D5/vuC+228HL6+C+0WkQulnukjtV5LrvKTfA6p1aPvzzz87bM+dO5eTJ08yadIkAO6++27effddevfuTUhICFOmTCEiIoIuXbo4Y7giIiIiIiIVIyfHcdas7bltds748Y61YwMDHc83mYwZtYGBxqNBA+Ojv3/B1/L2rrz3ISJSQ2RkZBAbG8uGDRvYuXMn6enpeHt707FjR3r27ElkZCReXl7OHqbUIU4PbW2zYnNycgCIjY0FYNu2bTRt2tShra+vL97e3vb9d911F2fOnGHChAmkpqZy5ZVX8vbbb1fh6EVERERERCpIaiqsWwdnzxqzaS8lMdEoa2ATHAzduuWGs/Xrg8p4iIgU6/z588TExDB79mwSEhKKbBcUFERUVBTR0dH4F/YHMJEKZrLW1CXZSiktLY1du3bRoUOHOlPTNjk5WfVyRGoxXecitZ+u8+rDbDazZs0aAPr27auatlI2ZrMRtp49azyaNcMaFpZ7nWdnw8cfF32+l1fuzNmOHY1gVkRqBP1Mr55iY2OZMGEC8fHxJT4nNDSUuXPnMmDAgEocmdREJb3OS5pROn2mrYiIiIhIdefi4mK/Q8xFizJJSaSlGeUMbAHt2bPGwmB558xkZ0NYWO62hwf4+RnnNmgADRvmhrSBgSpjICJSgRYuXMjYsWMx2xdsdAeGA0OB7kADIBHYDKwAlgHZxMfHM3DgQObNm8eoUaOqfuBSZyi0FREREREphslkomHDhs4ehlRHVmvBBbx++QV27y7+3LNnC+679VYjnNUfB0REKk1sbCxjxozBYrFc3DMAmAOE5WsZBFwGjASmAvcBqzCbzYwdO5amTZtqxq1UGoW2IiIiIiIiJWErb5CQYDzOnjW2R492rB9bWK1DFxejnEHDhrmP/IuHAdSrV2nDFxERSE5OZsKECXkC2weAd4Hi/lgWBvwAPATMwmw2M378eLZv317uGrfPPvssX375pX07KysLNzc3h7t7tm3bVq7XkJpHoa2IiIiISDEsFgunT58GoHHjxiqRUBdYLHDmTG5Am5BgBLT2/8nPIzERgoJytxs3hpCQ3GC2YUOj3EFhXzd1Y4kREZFq49VXX81Tw3YAJQtsbVyAmcA+YBXx8fHExMQwderUco1pypQpTJkyxb4dHh7Os88+y913312ufqVm02+bIiIiIiLFsFqt7N69m927d1NH1vGtWzIzjTqyeWVlwZdfwtq1sGePMau2sMDWzw8yMhz3BQfDkCHQuze0a2eEtgr6RUScLiMjg9mzZ1/ccscoiVDa788uwOyL58Ps2bPJzMyssDEWJT09nWnTphEZGUn37t259dZbWbFihf14eHg4ixYtsm8vWrSI8PBw+/b111/P66+/Dhh/jB46dCgxMTEcPXqU8PBwjh49am87c+ZMwsPDWb9+faFjeeeddwgPD6dz5872R/v27Xnssccc2t1yyy106tSpyDY///wzI0aMoEePHvTq1YuoqCgOHz5sPz569OgCfebfV1wfNZl+cxARERERkbojIwOOHoXNm+GHH2DRIpg3DzZtcmzn5QW+vrnbJpMxW7ZtWyOMvflmGDsW7r4bmjev2vcgIiJlEhsbS0JCwsWt4RSsYVtSrYA7AEhISCA2Nrb8gyvGSy+9xC+//MKsWbNYv349jzzyCM888wwrV64sdV9fffUVZ86cYeLEiQWOnTp1igULFhR7V1FQUBDbtm2zP3r27FmgTXx8PC+//HKhbRISEnjooYfo168fv//+O7GxsVgsFp544okSv4+K6KM6U3kEERERERGpvc6eNULaM2eMx4ULhbez/098Hl27GmGtrQatm/73SUSkJtuwYUOeraHl7G0osNje75AhQ8rZX9FSUlJYsWIFMTExtG3bFoDIyEj69u3L8uXLueWWW0rcV0ZGBjNmzODxxx/H19eXpKQkh+PTp0/n3nvv5e233y7XmE+fPk16ejotW7Ys9HhQUBDr1q3D29sbNzc33N3dufHGG3nxxRfJycnBrQQ/cyuij+qsZo9eREREREQEICfHCF4bN3YsRXDoEPz5Z9HnubkZgWyTJgWPdepU4cMUERHn2blzZ56t7uXsLff8HTt2lLOvS4uPj8disdCmTRuH/a1ateL7778HoEGDBuzatQuAzMxMTp48WaAfi8XC1KlTCQ0N5fbbby9wfOvWrfz555+8/PLL5Q5tDx48aB9jUZYvX86yZcs4fvw42dnZWCwWzGYzZrPZHrh+9913DjOZs7Ozuemmm0rVR01Vs0cvIiIiIiJ1j9lszKC1zZ49cwaSkoxFvYYPNxb/smnUKPe5m5uxYFhQkLG/USMICDBm04qISK2Xnp6eZ6tBOXvLPd+x34pnuvhzKn9d/bzbDz/8MFOnTmXlypU0adKEhg0bFuhn3rx5eHh4cM8999j7zGvq1Kk88cQTeHp6lnvMcXFxBAYGEpj3Z3IeX3/9Na+++irTpk3jpptuwtPTk2XLlvHMM884tBs0aBBvvvmmfXv06NGl7qOmUmgrIiIiIiLVm8UCe/fC6dNGQJuYWPiiYGDMts37P4hNmsB11xkBbf36WhBMRKQO8/b2zrOVCASVo7fEIvqteM2bN8fV1ZX9+/fTuXNn+/64uDj7TNZRo0Zxxx13kJOTg6+vL4sWLWLjxo0O/YwfP54BAwYwevRobrzxRrp27Wo/9t///hd3d3cGDRpUIWPevn07ERERRR7ftGkTl112GUOHDnU4pzQqoo/qTL+xiIiIiIhI9ZGaCufOOe5zcYE//oDdu40ZtvkDWxcXY/Zs+/bg7+94zNMTwsONIFeBrYhIndaxY8c8W5vL2Vvu+Z0quZyOr68vw4YN4z//+Q9xcXFkZWXxzTffsHbtWu688057Oy8vL3zzLqJZiO7du3PPPffw1FNPkZGRYd8/Z86cCpuhmpSUxP/+9z/69etXZJuQkBCOHj3KoUOHyMrK4uOPP2bPnj0AHD9+vESvUxF9VGf6rUVEREREpBguLi507NiRjh07FruaspRCdjYcPw5btsAPP8CCBbBwIaxdW7Bt48bGR5PJCGDbtYM+fWDoUBg/HoYNg2uvhaZNq/IdiIhIDdKzZ888WyvK2Vvu+Y79Vo5JkybRq1cvRo0axZVXXsns2bOZPn06N954Y6n7euyxx8jJyWH69On2fUOGDKF9+/blHufhw4e57rrr6NixI8OHDy+y3d13380111zD7bffTv/+/UlISOD999+nXbt23HnnnezevbvY16qIPqozkzV/QYxaKi0tjV27dtGhQwd8fHycPZxKZ7VaSU5OJiAgoNA6JSJS8+k6F6n9dJ1LrZOaCvHxRpmD06eNMgeF/e+ImxuMG+c4M/b0aWOGbVCQcbyW0HUuUjfoWq8eMjIyCA0NJSEhAXAH9gJhZejpIBAOZBMUFMTRo0crpA6s1Gwlvc5LmlFqmoCIiIiIiFS8tDRjJm1ep07BL78YZQ7OnSsY2Hp4QEgIdO5sLDaWV+PGxizaWhTYiohI1fLy8iIqKuriVjZwH1BEjfQiWYCoi+dDVFSUAlupFPqNR0RERESkGFarlTNnzgDQqFEjzZLKz2IxQthTp4zHyZOQkgIDBkCbNrntbCUOILfMQePGuY/69Y39IiIilSQ6OpoFCxYQHx8PrAIeAmZSsnmNlovtVwHQokULoqOjK2uoUscptBURERERKYbFYmHnzp0A9O3bF1dXVyePyMkyM3MD2lOnjNIFOTkF250+7Rja+vrC1VcbJQ5qWZkDERGpGfz9/fnoo48YNGgQZrMZmAXsA2YDrS5x5kGMGbZGYOvq6spHH32Ef/4FMEUqiH5LEhERERGR0vnhBzhxoujjbm65M2fzi4iotGGJiIiURGRkJPPmzWPs2LEXg9tVGDVq7wCGAt2BBkAisBlj0bHl2EoiuLq6Mn/+fAYMGFD1g5c6Q6GtiIiIiIjkys6GM2eMEgenTsH583DnnY5tmjRxDG19fY19TZoYdWcDAx0XERMREalmRo0aRZMmTZgwYcLFUgnZwOKLj6KFhoYyd+5cBbZS6RTaioiIiIjUZampRkBrC2nPni24QFhyMgQE5G63aGEsFGYLauvVq9oxi4iIVIDIyEi2b99OTEwMs2fPJiEhoci2QUFBREVFER0drZIIUiUU2oqIiIiI1EWpqfDVV3DhwqXbeXkZi4rlDW2bNjUeIiIiNZy/vz9Tp07lhRdeIDY2lg0bNrBjxw7S09Px9vamU6dO9OzZk8jISDw9PZ09XKlDFNqKiIiIiNRWFosxc/bkSWM2bOvWucd8fIwFxfILDDQCWdssWs0mEhGROsDT05MhQ4YwZMgQZw9FBFBoKyIiIiJSe+TkwOnTRkh74oRR7iAnxzjWvLljaGsyQUgIZGQYIW2zZsbiYR4ezhm7iIiIiNgptBURERERKYbJZKJ9+/b259XK2bOwb58R1CYkGLNrC3PqlHEs7wJhN9xQNWMUERERkVJRaCsiIiIiUgwXFxeaVocarunp4O4Obnl+jT97FrZuLby9j48xg9Y2k7a6Bc4iIiIiUiiFtiIiIiIi1VV6ulHm4MQJOH4cEhNh0CBo0SK3TbNmuc/r189dJKxZM/Dzq/Ihi4iIiEj5KbQVERERESmG1Wrl3LlzAAQGBlZeiYTCQtr8jh93DG39/GDgQGPRMC+vyhmXiIiIiFQphbYiIiIiIsWwWCxs27YNgL59++Lq6lrxL7JqFcTFFX3cZIJGjQqfPduyZcWPR0REREScRqGtiIiIiEhVsc2kTUiAXr0cj9Wr57htC2mbNYPgYGMmrYdH1Y1VRERERJxGoa2IiIiISGXJyjLKGRw/DseOOZY76NDBcdZsSAicPKmQVkREREQU2oqIiIiIVBiLxZhJe+yYEdSeOQNWa+FtT5xwDG1DQ42HiIiIiNR5Cm1FRERERCrS999DTk7B/bZyB8HBxmzapk2rfmwiIiIiUiMotBURERERKY3ERKOMwfHjRvmCfv1yj7m4GGHs0aPGdmCgEdKGhBhBrcodiIiIiEgJKLQVEREREbmUlBQ4cgQOHoQLF2DPHmPWLBghrMVihLU2XbpAu3ZGUOvt7Zwxi4iIiEiNptBWRERERCS/8+dh61Zjxuz585isVi7LzgYXF0x527m4GKGuv3/uvubNq3q0IiIiIlLLKLQVERERkbrNajVq0Lq75+6zWGDnTvumi8lEiIcHuLkZZQ5CQoxHYGDurFsRERERkQqi0FZERERE6p6UFGMWre0REQFXXJF7vH598PWFtDRo3Dg3pG3c2LEUgoiIiIhIJVBoKyIiIiK1X3Y2nDiRG9ImJTkeP3rUMbQFGDQI/PzA3R2r1UpycjKcP09AQAAmza4VERERkUqk0FZEREREaq/4ePjrLzh50ih5UBhPTyOctVodSx0EBtqfWiwWtmzZAkDfvn1xdXWtxEGLiIiISF2n0FZEREREaoe0NLDVnbXJzobjxx3bmUzQpImxYFjz5tCokerSioiIiEi1otBWRERERGomiwVOnzZm08bHQ0ICDBgAbdrktgkJMQJZX18IDTVC2uBgI9wVEREREammFNqKiIiISM2Rnp4b0h49CpmZjsePHnUMbT094e67jdBWRERERKSGUGgrIiIiItXfnj2wcyecOVN0m6Aghzq0dgpsRURERKSGUWgrIiIiItVLZqYxQzavlJSCga2Hh1HuoEUL46OPT9WNUURERESkEim0FRERERHnslrh7Fk4csQoe3D6NAwfDg0a5LYJDYU//4SGDY3nLVpA48bg4uK8cYuIiIiIVBKFtiIiIiJS9bKyjPqztvq0aWmOx+PjHUPbRo1g1CioV69qx3mRyWSidevW9uciIiIiIpVJoa2IiIiIVJ3duyEuDk6cAIul8Db164O7u+M+k8lpgS2Ai4sLLVq0cNrri4iIiEjdotBWRERERKpOfDwcO+a4z80NgoONkgehoeDn55yxiYiIiIhUEwptRURERKTiZGcboezhw3D8OIwcCa6uucdbtoSDB41gtmVLI6ht1syxTTVktVq5cOECAH5+fiqRICIiIiKVSqGtiIiIiJRPaqoR0tqCWrM599ixY0YwaxMWZiwyFhhY5cMsD4vFwqZNmwDo27cvrtU8ZBYRERGRmk2hrYiIiIiUXkICHDoER44Yzwvj5gYpKY77PDxqXGArIiIiIlLVFNqKiIiISOmtWgXJyQX316tnlD1o2dKoU6sZqSIiIiIipabQVkREREQKl5WVO5O2d2/HYy1bwtatxvOgIKPsQYsWxnMRERERESkXhbYiIiIikistzSh7cOiQUZ/WYjH2R0SAr29uu3btICDACG99fJwxUhERERGRWkuhrYiIiEhdl5SUG9SePl14myNHoGPH3O3AQNWmFRERERGpJAptRUREROoqqxWWL4dz5wo/7udnlD0IC4OmTatyZCIiIiIidZpCWxEREZG6wGIxFg5r0CB3n8lklDbIG9oGBkKrVkZQ27BhlQ+zujKZTISFhdmfi4iIiIhUJoW2IiIiIrWV2QzHjsGBA3D4sLFv9Ghwcclt07o15OTkzqj193fGSKs9FxcXe2grIiIiIlLZFNqKiIiI1CY5OXD0aG5Qm53tePzkSQgOzt1u3954iIiIiIhItaHQVkRERKSms1iMRcQOHDAWDMvJKdjG3R1atAAPjyofXm1gtVpJS0sDwMfHRyUSRERERKRSKbQVERERqelMJvjtN7gYKtp5eBglD1q3hpAQcHV1yvBqA4vFwoYNGwDo27cvrvpcioiIiEglUmgrIiIiUlNkZBglD5KToVev3P0mk7F42I4d4OWVG9QGBzvWrxURERERkRpBoa2IiIhIdZaRAcePG+UPjh0Dq9XY37kzeHvntuvUyQhumzZVUCsiIiIiUsMptBURERGpbjIzjZB2/3489u83Zs/mr6F65AiEh+du169vPEREREREpMZTaCsiIiJSXVgs8MMPcPSo8dxqzZ1ZC+DnZ8ymbd0aGjVy3jhFRERERKRSKbQVERERcRar1XEGrYsLZGUZga2tia8vRERA27YQFOSEQYqIiIiISFVTaCsiIiJSlXJyjNIGcXFw7hyMHOkY3LZpAxcuGB9btSLb0xMCAgqWRxARERERkVpLoa2IiIhIZTObIT7eCGoPHzaCW5vTp6FJk9ztDh2gY0cjpLVaITm56scrBZhMJkJDQ+3PRUREREQqk0JbERERkcpgscCxY7B/v7GoWHZ2wTZeXpCa6rjPxaVKhiel4+LiQps2bZw9DBERERGpIxTaioiIiFSGzz4rfJasp6exmFibNtCsmUJaEREREREpQKGtiIiISHmlpICvr+O+Zs1yQ1sPDwgLM4LakBAFtTWQ1WolMzMTAE9PT5VIEBEREZFKpdBWREREpCwuXDBKH+zfb4SzY8YY4azNZZdBVha0bQuhoeDq6ryxSrlZLBZ+//13APr27Yur/j1FREREpBIptBUREREpqfR0OHDACGpPnXI8dvAghIfnbjdrZjxERERERERKSaGtiIiIyKVkZRkLie3fbywsZrUWbNO0qbGomIiIiIiISAVQaCsiIiJyKd98A6dPF9wfGGiUPmjTBvz8qn5cIiIiIiJSaym0FREREbE5d84IY/Nq1So3tPXzyw1q87cTERERERGpIAptRUREpG5LSYF9+4xHUhIMH+4YyLZpY7Rp2xaaNHHaMEVEREREpO5QaCsiIiJ1T1aWsaDYvn1w4oTjsb17oXfv3G1fX+jTp2rHJyIiIiIidZpCWxEREakbLBaIjzeC2sOHwWwu2KZZM2jcuOrHJtWeyWQiODjY/lxEREREpDIptBUREZG64ZdfjFm0+dWvD5ddZjx8fat8WFIzuLi40K5dO2cPQ0RERETqCIW2IiIiUvukpoKXF7i65u5r1So3tPXyMmrUXnYZNGrknDGKiIiIiIgUQaGtiIiI1A45OUbZgz174NgxGDAAWrfOPR4aCuHhRnjbvDm4uDhvrFLjWK1WsrOzAXB3d1eJBBERERGpVAptRUREpGY7fdqYQbt/v7HAmM3evY6hrYsLXHdd1Y9PagWLxcJvv/0GQN++fXHNO4tbRERERKSCKbQVERGRmictzVhQbM8eSEoqeNzPTwuKiYiIiIhIjaXQVkRERGqWPXuMRcWsVsf9bm7GzNp27aBZM9Dt6yIiIiIiUkMptBUREZHqzWJxrD/bpIljYNu0qVGrtnVrcHev+vGJiIiIiIhUMIW2IiIiUv2kpxvlD/buhTZtoHv33GP16xsBbf36xqxaf39njVJERERERKRSKLQVERGR6sFqhaNHYfduOHzYmGELkJPjGNoCREZW/fhERERERESqiEJbERERca4LF4w6tXv2QGpqweM+PpCRAV5eVT82ERERERERJ1BoKyIiIs5x/jysWQPHjhU85uNjlD4ID4eAgKofm0g+JpOJpk2b2p+LiIiIiFQmhbYiIiLiHN7ecOpU7rbJBC1aGEFtixaOi4+JOJmLiwvt27d39jBEREREpI5QaCsiIiKVKysLDhwwShx065a7393dWGTsxAlo396YWevj47RhioiIiIiIVBcKbUVERKRynDxp1KmNizMWE3Nzg44dwcMjt83VVxv7dbu5VHNWqxXLxcXxXFxcVCJBRERERCqVQlsRERGpOJmZsHcv7NoFSUmOx3JyID7emF1r4+5epcMTKSuLxcKaNWsA6Nu3L66urk4ekYiIiIjUZgptRUREpPxOnjSC2gMHwGx2PObhAW3bGiUQgoKcMz4REREREZEaRKGtiIiIlI/VCqtXw/nzjvubNoUOHaBVK6MEgoiIiIiIiJSI/g9KRERESufcOQgMzN02mYxZtH/8AZ6exoJiHTpA/fpOG6KIiIiIiEhNptBWREREipeVBfv2GSUQzp2DkSMdQ9nwcKhXT7NqRUREREREKoD+r0pERESKdvq0EdTGxRkLidns3g29e+due3vDZZdV/fhERERERERqIRdnDwBgzZo1XH311Tz22GMFjn333XfccsstdO/enRtvvJElS5Y4HJ83bx79+/enS5cujBgxgh07dlTVsEVERGqnrCzYuROWL4cVK2DPHsfAtkkTaNzYacMTERERERGp7Zw+03b27NksW7aMli1bFji2detWnnzySWbMmMF1113Hb7/9xgMPPECbNm244oor+PHHH5kxYwbvv/8+Xbt25cMPP+T+++/nhx9+wMfHxwnvRkREpIbbscOoTZud7bjfw8OYSduhg2M9W5E6wmQy0ahRI/tzEREREZHK5PSZtp6enkWGtklJSfzjH//g+uuvx9XVlb59+xIeHs6GDRsA+Oyzzxg+fDi9e/fG29ubhx56CICffvqpSt+DiIhIreHj4xjYNm4M110H994LffoosJU6y8XFhU6dOtGpUydcXJz+K7SIiIiI1HJOn2k7ZsyYIo9de+21XHvttfbtnJwcTp8+TcOGDQHYuXMngwcPth83mUx06NCB7du3c/PNN1feoEVERGq6lBSjLm1wsPGwadkSAgKMfR07wsWfuSIiIiIiIlJ1nB7alsbrr7+Oh4eHPZBNTEykft6Vq4GAgADOnTtXZB9WqxWr1VqZw6wWbO+zLrxXkbpK17mUmtUKx44Z9WoPHza2ExKgWbPcNiYTjBhhfLSdI06j61yk9tN1LlI36FoXqf1Kep2X9PtAjQhtrVYrr7/+Ol9//TXz5s2z16stqp7YpeqMpaSkkJ2/Tl8tZLVaSUtLA1R3TaS20nUuJZaZicv+/bju2YPp/HnHY3v3ktWtG3h5OWVocmm6zqsPs9lsL9HVs2dPXF1dnTwiqS10nYvUDbrWRWq/kl7nmZmZJeqv2oe2FouFSZMmsXXrVpYsWUJISIj9WIMGDUhKSnJon5iYSLt27Yrsz9fXt04sUmZL7QMCAvQDQaSW0nUuxUpIMGbV7t8POTnGPm9v46OPj7GoWIcOeNeBn4s1la7z6sNsNuPp6QkY/x4KbaWi6DoXqRt0rYvUfiW9zm3BbnGqfWg7depU4uLiWLRoUYFSCJ07d2b79u0MHToUMH6Z3rlzJ8OHDy+yP5PJVGe+Qdrea115vyJ1ka5zKVJSEnzxRe627WskOBg6dTJq12oxpRpB13n1kPffQP8eUtF0nYvUDbrWRWq/klznJf0eUK1D2z///JOVK1fyzTffFAhsAe666y4effRRIiMj6dKlCzNnzsTLy4vrr7++6gcrIiLiTBaLYwhbvz40aQKnToGHB7RrZywsVsjPUxEREREREalenB7adu7cGYCci7dtxsbGArBt2zaWL1/O+fPn6devn8M5PXv25KOPPuLaa6/lySefZNKkSZw9e5aIiAg++OAD+61rIiIitd7Jk7B9O5w/D8OGOR67/HJISYG2bcHd3TnjExERERERkVJzemi7bdu2Io9NnTqVqVOnXvL8u+++m7vvvruihyUiIlJ9mc0QF2eEtQkJufuPHzfKH9iEhlb92ERERERERKTcnB7aioiISAmlphoLi+3aBRkZjse8vSE93TnjEhERERERkQql0FZERKS6s5VAOHgQLq5IateoEUREQOvWoNXsRSqNyWQiMDDQ/lxEREREpDIptBUREanudu6EAwdyt11cjJA2IgIaN3beuETqEBcXF7p06eLsYYiIiIhIHaHQVkREpDpJSTFKHeSdNRsRAfv3G/s7doQOHcDHx3ljFBERERERkUql0FZERKQ6OH0atm41SiBcdx20a5d7rHFjGDgQmjdXCQQREREREZE6QKGtiIiIs1gsRki7bZsR2tps3+4Y2gK0bFm1YxMRB2azmbVr1wLQp08fXPUHFBERERGpRAptRUREqlpWFuzaBTt2GOUQ8vLyghYtjEDXxcU54xORQlksFmcPQURERETqCIW2IiIiVSUtDTZvhj17ICfH8VhgIHTuDG3bqgSCiIiIiIhIHafQVkREpKpYLLBzJ1ituftatDDC2pAQ541LREREREREqhWFtiIiIpXBbIbkZGMGrY2vL7RqBUeOGDVrO3eGgADnjVFERERERESqJYW2IiIiFSkjw5hNu2MHmExw992O5Q5694a+fcHT03ljFBERERERkWpNoa2IiEhFSEqCrVth3z5jlq1NXJwxq9bG17fKhyYiIiIiIiI1i0JbERGR8jhxAv76yyh5kJfJZJRCyFseQURqtPr16zt7CCIiIiJSRyi0FRERKYtDh2DzZjhzxnG/hwe0bw8REZpVK1KLuLq60q1bN2cPQ0RERETqCIW2IiIiZXHypGNg6+trBLXt2xvBrYiIiIiIiEgZKbQVEREpTloauLk5hrEREbBtm1H+oGtXaN0aXFycN0YRERERERGpNRTaioiIFCUxMXdxsR49oHv33GO+vjB8ODRo4LzxiUiVMZvN/P777wD07t0bV1dXJ49IRERERGozhbYiIiL5HT9uLC4WH5+7b8cO6NIF8gY1CmxF6pTs7GxnD0FERERE6giFtiIiIgAWCxw4YMysTUhwPObhAe3agdnsGNqKiIiIiIiIVAKFtiIiUrfl5MCePcbM2pQUx2O+vsbs2vBwcHd3zvhERERERESkztGKKSIiUrdZLPDHH46BbVAQDBgAd91lLDimwFZERERERKRYPx38iZYzWmJ60cTHWz6+ZNsDiQe48ZMb8Z3qS6N/N+KpH5/CYrVUzUBrAIW2IiJSt+SvSenhAR06GM9DQ+Hmm2HYMGjTBlz0Y1JERERERCSvcSvGETYjrMD+5356jsj5kaRmpRbbh9VqZejiofx65Fee7vs0N7S+gdd+e423179dCSOumfR/oyIiUjckJsLq1bBwIWRkOB7r2hWGD4ebboLgYKcMT0REREREpCb788SfLLpjERN7TSy27YbjG9h2ehuju4zm6b5P8/HQj6nnXo85m+YUec6n2z6l48yOeE7xpPVbrflw04cOx38/+jumF00FHjWVQlsREandTp2C77+Hzz6DvXshKwt27nRs4+0NgYHOGZ+I1Bh+fn74+fk5exgiIiIi1dKKu1ZwZ8SdJWq75eQWADo26giAh6sHbQLbsPPMTjJyMgq0Xxe/jlGfj8LTzZPXIl+jdYPW3LfyPmIPxNrbHEg8AMCdne5k9i2zaejdsJzvyLm0EJmIiNROR47Ali1w8qTjfk9PcNOPPxEpHVdXV3r06OHsYYiIiIg4RXp2OsmZycbznHTMVjMnU4z/1/J28ybAKwAPV48S93c27SwAvh6+9n1+Hn5YsXIu/RzBfo53QM5YPwOAKf2n0CO4B5GtI4l4P4I5m+YQ2ToSgD0JewAY0XEEd3S8gym/TOFs+tmyveFqQP/XKiIitYfFAnFx8NdfcO6c47F69aBLF2jfXguLiYiIiIiIlMKSHUsY/+V4h33NpjcDYGzXsXw89ONS9WfFWuQxEwVLGtgC2ZsX3eywf8eZHfbnW09vBaBDow6lGkt1pdBWRERqj127YO1ax33160O3btC2rRYWExERERGpZX46+BPjvxzPkeQjzL1tLuO6jSuy7Xf7v2Py6slsP72deh716BfWjzdufIMQ/5CqG3ANdUPrG/h21LcATF83na2ntjJv6DwAQvxK//kL8gkCICUrxb7vfOZ5XE2uNPQpWNbAZDKC3A9u/oDQgFD7fh93H8BY2Gxd/DrqudcjvGF4qcdTHSm0FRGR2uOyy2DDBqNubZMmRljbogWYam7xeRGpHsxmMxs2bACgZ8+euLq6OnlEIiIidce4FeNYfWg1h/55yGH/cz89xytrXiHQu/j1Kbae2sqti26lmV8zplw/hd/if2PpjqWcSjnF6nGrK2fgtUiIf4g93F68fTH7zu5jUNtBpepjd8JuANoHtadHM6Ps1M4zxnojGTkZ7D+3n85NOhdaZqFdw3ZsObmFIJ8gBrUdRGpWKmvj19oD443HN3Iq9RQ3tb0JV5fa8XuaQlsREal5MjJg2zYjjL3iitz9Hh7Qpw/4+UHTps4bn4jUShkZBRfFEBEREef588SfLLpjEbsSdvHizy9esu259HM8cuUj3BZ+G31b9uW+y+/js52f8eeJP4s859NtnzLllynEJcYR4hfCM32f4W+X/81+/Pejv3PVh1cVOM/6QtG3/tdm03+bTmJGIr8c/gWAz3d9zv5z+7m82eUM6zCMDjONsgXWF6z0CO5Bz+CeLNi2gFYNWrHpxCbSc9J5qOdDhfb9SK9HWLpjKY9+9yhxiXH8eOBHfoj7gfcGv8eVmVfy/OrnAQjwCmDOpjlA7izeOZvmcN/l91X2269wCm1FRKTmSE016tXu3g05OcaCYp06gbd3bpvLLnPe+EREREREpMqsuGsFHq4eTF49udi2/cL60S+sH1nmLOKT41myYwkAt7e/vdD26+LXMerzUXRr2o3XIl9j5d6V3LfyPlrWb2lf+OpA4gEA7ux0J5GtI4mOja7RC1+VVFH1a9/54x0OJx+2b6/cu5KVe1cytutYhnUYVqD9spHL+PvKv/Pizy8S4BnAy/1fLjJc7dOiD/OGzuOVNa/w9KqnCfEP4fUbXueBng8wefVkvtv/HWDMAl68fbHDuVEroxTaioiIVIrz52HLFti711hszMZigZMnoVUrpw1NREREREQqXnp2OsmZycbznHTMVjMnU04C4O3mTYBXQKG30Rfnt/jf6D+vPyZMTOg2gf/c8p9C281YPwOAKf2n0CO4B5GtI4l4P4I5m+bYQ1vb4lgjOo7gjo53MOWXKXUitC1K/vIV+eWfgdwioAXf3ftdifsf03UMY7qOKfL4wUcPElY/zGHfuBXjmPfXvBK/RnWi0FZERKqvc+eMsDYuDqx5fsC7uUH79tClC/j6Om14IiIiIiJSOZbsWML4L8c77Gs2vRkAY7uOLXK2Z3G6NOnCV3d9xQ9xP/DuhndJykxi+cjlBdrZAtmbF93ssH/HmR3251tPbwWgQ6MOZRqLyKUotBURkerp119h507HfR4e0LEjdO7sWBJBRERERERqlRta38C3o74FYPq66Ww9tZV5Q40Zk7bFp0or25yNn4cft4Tfwi3ht/DToZ/4fNfn7Dyzk46NOjq0NV1czPiDmz8gNCDUvt/H3QcAq9XKuvh11HOvR3jD8DKNR+RSXJw9ABERkUIFBOQ+9/IyFhy75x7o1UuBrYiIiIg4zU8Hf6LljJaYXjTx8ZaPi2z38ZaPMb1owvSiCZeXXGjwVgNcXnLB9KKJQ0mHqmy8NVWIfwiD2g5iUNtBhPiF4O3mbd/u3KRzifrYnbCb3Qm7AXjyxyfxnOLJ/L/m249nm7MBcDW5Fji3XcN2AAT5BDGo7SD6tuiLi8nFHhhvPL6RU6mnuLbltbi6FDxfqs7kfpOxvmAtUBoBjPq7NXVhOM20FRER54uPh/r1wc8vd1+HDkYN23btjOdu+pElIs7l4+Pj7CGIiEgVGbdiHKsPrS5Qo/O5n57jlTWvEOgdWGwffUL7MPuW2YAxKzM9PZ1X/3iVlKyUEp0vxZv+23QSMxL55fAvAHy+63P2n9vP5c0uZ1iHYXSYaZQtsL5g5fb2t/PGujd4+qenOZd+jt0Ju9l3bh+dG3embWDbAn0/0usRlu5YyqPfPUpcYhw/HviRH+J+4L3B73Fl5pU8v/p5AAK8ApizaQ4AKVkpAMzZNKdGLnwl1Yv+D1hERJzn8GH4809ISDCC2b59c4+5ucEddzhvbCIiebi6utKrVy9nD0NERJzszxN/suiORexK2MWLP794ybaXNbyMyxpeBhih7byN8zh+4TivRb6Gv6d/oed8uu1TpvwyhbjEOEL8Qnim7zP87fK/2Y//fvR3rvrwqgLn1dSZhCVVVP3ad/54h8PJh+3bK/euZOXelYztOpZhHYY5tL0q9Cq+uPMLXv7lZV78+UV8PXwZ2Wkkr0W+VuhM2T4t+jBv6DxeWfMKT696mhD/EF6/4XUe6PkAk1dP5rv9xgJai7cvZvH2xQ7nRq2MUmgr5abQVkREqpbVCocOwaZNcDbPyqp79kCPHqCZbCIiIiJSTa24awUerh5MXj25VOelZqXyzC/P0DKgJY/2frTQNuvi1zHq81F0a9qN1yJfY+Xeldy38j5a1m9JZOtIAA4kHgDgzk53Etk6kujYaM6mny20v7og/0zo/PKH2bZatiU1pusYxnQdU+Txg48eLHBL/rgV45j317wSv4ZIUVTTVkREqobVCnFxsHw5/PijY2AbFASRkapVKyIiIiJOk56dzsmUk5xMOUl6Tjpmq9m+nZyRDICHq0eZ+n7j9zc4nnKcJ65+osg+ZqyfAcCU/lO4M+JO3hr0FoD91nuAPQl7ABjRcQT3XX4fvh6+ZRqPSHUSnxzPmdQzzh5GtaOZtiIiUrlsYe2mTZCU5HisUSNjdm2LFk4ZmohISZnNZv78808AevTogaurFhwREaltluxYwvgvxzvsaza9GQBju44t8hb94qRlp/HW+rcI9ApkQvcJRbazBbI3L7rZYf+OMzvsz7ee3gpAh0YdyjQWkeomLTuNTu91olG9RsQ9Eufs4VQrFRraZmZm8u233zrsGzp0aEW+hIiI1DRWK/zxB6Sk5O5r3NgIa0NDnTcuEZFSSktLc/YQRESkEt3Q+ga+HWVkGtPXTWfrqa3MG2rc5h7iF1LmfpftXMa59HPc0+EevNy8imxnMpkA+ODmDwgNyP092cfdKB9mtVpZF7+Oeu71CG8YXubxSPlN7jeZyf0mF3rs46Eflzngr4uSMpK4kHWB9Jx0Zw+l2il1aLthw4YijyUnJxMdHW3fNplMCm1FROoaqxUu/sIJgIsLdO8Oa9ZA06ZGWBtS9l96RUREREQqQ4h/CCH+xu+pi7cvZt/ZfQxqO6hUfexO2A1A+6D29n1f7fkKgMFtBl/y3HYN27Hl5BaCfIIY1HYQqVmprI1faw+MNx7fyKnUU9zU9qZCF84SqUkWb1/MphObeLDng/Z95zPP8/Sqp7kt/DZuaHODE0dXPZQ6tB09erT9rz/5Wa1WTCYTu3btKvfARESkhjGbjcXE/voLbroJ6tfPPdaunbHdrJmzRiciIiIiUm7Tf5tOYkYivxz+BYDPd33O/nP7ubzZ5QzrMIwOM42yBXkXwNp8cjMAXRt3vWTfj/R6hKU7lvLod48SlxjHjwd+5Ie4H3hv8HtcmXklz69+HoAArwB7nduULONutjmb5nDf5fdV7JsVqUTT10xn45qN/Pnpn/AHmHPM9PqxF3tc9rCl9xb6Tu6Ll1fRM9PrgjKVR3j99dfx9/cvsD85OZknnnii3IMSEZEaJCfHCGu3bIHUVGPfli3Qr19uG1dXBbYiIiIiZXA69TSP//A4P8T9QHp2Ol2bdiVmQAx9WvQptH22OZuXf3mZab9OI8eS4xAeSskVdXv7O3+8w+Hkw/btlXtXsnLvSsZ2HcuwDsMKPedkykkAGvs0vuRr9mnRh3lD5/HKmld4etXThPiH8PoNr/NAzweYvHoy3+3/DjBmKC7evtjh3KiVUQptpUY4f/48MTEx7H5/NyTBT/wEgBUre/YadZ3X/ryW0A9DiYqKIjo6utAMsi4oU2jbu3dvGjZsWGB/QkJCuQckIiI1hNkMu3YZAW3+Oo+ZmQXLJIiIiIhIkcatGMfqQ6s59M9DDvtHfT6K2AOxPHjFgwT7BfPKmlcY8ukQ9j68l8b1HEPAc+nnGDB/AHvP7sXNxY0cS04VvoO6If+/T36FheSpT6ditVpJTk4utv8xXccwpuuYIo8ffPQgYfXDHPaNWzGOeX/NK7ZvMWTmZHLzopvpH9afp/s+7ezh1CmxsbFMmDCB+Pj4YtsmJCQwbdo0FixYwNy5cxkwYEAVjLB6cSnLSXv37iXVNptKRETqFrMZdu6ExYvht98cA9uwMLj9dhg4UIGtiIiISDldyLxARk4GIzuNZOaQmTxz7TMMvmwwyZnJrItfV6D98QvHaeDVgG0PbKNJvSYleo0Zv8+g9Vut8ZziSceZHfl679cOxxdvX4zpRZPDI2xGWEW8PRGn2H56O7EHYvngzw+cPZQ6ZeHChQwaNChPYOsO3A0sAfYCZy5+XHJxvzsA8fHxDBw4kIULF1b9oJ2sTDNtJ0yYAEDjxo1p3749Xbt2pU+fPgQHB1fo4EREpJpJTob//hdSUhz3h4UZC4wVcheGiEhtUdfrqolI1fPz9GPN+DX2bYvVws4zOwHwdvcu0D68YTirxqwqch2a/BZtW8Rj3z9Gv7B+PHrlo8zfOp9hS4ax9YGt9oW0DiQeAODBKx6ke7PuRK2MKu/bEnGKo+ePkpGTgRVjNrQVK1arlT+O/UHnJp3xcfdx8ghrr9jYWMaMGYPFYrm4ZwAwBwjL1zIIuAwYCUwF7gNWYTabGTt2LE2bNq1TM25LHdr+8ccfHDlyhIMHD7J371527NjB7NmzeeeddwgKCqqMMYqISHXh52fUp7VRWCsidYSrqyu9e/d29jBEpJZJz04nOdO4ZT49Jx2z1Wyvf+rt5k2AV4C9rdVqZeI3E9mVsItOjTrRP6x/gf7cXd1L9foz1s8A4K1Bb9G4XmPCg8K5aeFNfLzlY2IiYwDYc9aoMTmh+wR6BPdQaOskk/tNZnK/yYUe+3jox0XW4JVc/T/sz5FNRxjqPxRWw2lO02NlDzabNzM8cjif/N8n+gNtJUhOTmbChAl5AtsHgHcp/ub/MOAH4CFgFmazmfHjx7N9+/Y6U+O21KGtv78/ERERRERE2PdlZWXxxx9/sGDBAn7++WdmzpyJ1Wr85WLixIkVN1oREak6FgucOAEhIbn7XFyMkHb/frjiCtAf60RERETKbMmOJYz/crzDvmbTjcVbx3Ydaw/iLFYLf1/5dz7c/CFN6jVh6YilpQ5oC7MnwQhku87q6rB/x5kd9udbT23FhInwoPByv56IM9gWvjr87mGyL2SzlKUAZJDB5p2bAVj28zJWv7W6zi98VRleffXVPCURBlCywNbGBZgJ7ANWER8fT0xMDFOnTq2EkVY/ZSqPkJ+HhwfXXHMNHTt2ZPjw4SxfvhwAk8mk0FZEpKaxWIxQdtMmOH8ehg+HwMDc423bGg8RERERKZcbWt/At6O+BWD6uulsPbWVeUONBaVC/Iw/nFutVsatGMcnWz8hvGE4X9/zNW0DK+Z3MVsZhS/v+hIPVw/7/obexl1U5zPPs/30dto1bIevh2+FvKZIVdLCV86VkZHB7NmzL265Y5REKO3yWi7AbCAcyGb27Nm88MILeHp6VuBIq6cyhbbZ2dnExsayadMmEhISePbZZwkMDOTMmTP89NNPFT1GERGpClarEdb++acR1tr8+SfccIPzxiUiUg2YzWa2bNkCQLdu3XDNWypGRKSMQvxDCPE3wtnF2xez7+w+BrUd5NAm5tcYPtn6Cb1CevHdqO9o4N3AfizbnE1cYhzuLu60CWxT6tdv17Adfxz7g1D/ULo3686Z1DNsPbWVZn7GbN/v939PjiWH61tdX453KeIcCxcuZOzYsZjN5ot73IHhwFCgO9AASAQ2AyuAZUC2feGrefPmMWrUqKofeC0SGxtLQkLCxa3hFKxhW1KtgDuAxSQkJBAbG8uQIUMqYojVWqlD21OnTjFhwgTi4uIICAjgwoUL/Otf/yIxMZE77riDjz/+mCuuuKIyxioiIpXBaoW4OCOcTU52PBYSAl26OGdcIiLVzIULF5w9BBGpY45fOM6LP78IQGSrSJbvWm4/dl3L63B3dafDzA60DGjJoX8e4mDiQT7c/CEASRlJADz707MA/K3732jVoJVD/4/0eoR7v7iXMSvGMK7rOJbuXMofx/7gv/f8lwOJB3jtt9cAcDW5MmfTHPt5KVkpLNm+hDsj7qy0916bJKYnMmzJMO647A4euvohZw+nTtDCV9XDhg0b8mwNLWdvQ4HF9n4V2hbi1VdfxdXVlS+++IIOHTrQvXt3ANq2bcvo0aN55513mDdvXoUPVEREKpjVCgcOGGFtUpLjseBgo2Zt06ZOGZqIiIhIXVPYQlJ7z+4l05wJwNRfHWs4zr1tLv3C+jnsO5x8mFfWvOKwz7Yd2TqyQGg7qssojl84zrsb3uXpn56mdYPWzB86n8GXDWbcinFsPL4RgHc3vOtw3tn0szwV+5RC2xL69civrD68mtSsVIW2VUALX1UfO3fuzLPVvZy95Z6/Y8eOS7SrPUod2q5du5aZM2fSoUOHAseGDx/OXXfdVSEDExGRShYfD6tWOe5r1swIa5s1c86YRERERMSuX1g/rC9YL9km7/GStM/viT5P8ESfJ0rUv/11Pu7HoaRDpXqduuhw0mHcXd2xcvFzaDVqFG88vpHuzbrj5lIhywxJPlr4qvpIT0/Ps9WgyHYlk3u+Y7+1V6m/Q6SnpxOYd0GaPEwmE1lZWeUelIiIVIHQUGOBsXPnjBm1V1xhzLAVERGROut06mke/+Fxfoj7gfTsdLo27UrMgBj6tOhToO3k1ZPtt+7nV9rgUKS2sVgtdHmnCxyAAZ4DYA3sdd1LxKcR7DLt4v5b72fGgzPw8vJy9lBrFS18Vb14e3vn2UrEKEdRVolF9Ft7lTq0bdOmDZ999hlPPfVUgWPffvstbdqUvvi5iIhUsqNH4fhx6NUrd5/JBH36gMVi1K4VERGROmPcinGsPrSaQ/885LB/1OejiD0Qy4NXPEiwXzCvrHmFIZ8OYe/De2lcr7FD21vDb6W5f3P7do4lh//74f8I8inP/5SL1Hznz58nJiaG1HdSMaeY+YIvAEi++B/Af37+D8unLScqKoro6Gjdfl9BtPBV9dKxY8c8W5sx6geX1Wb7s06dOpWjn5qj1KFtVFQU//rXv/jrr7/o1asXZrOZpUuXcvjwYWJjY5k+fXpljFNERMri5EnYsAFOnDC2w8KgcZ7/4VIZBBEREbnoQuYFMnIyGNlpJDOHzARg88nNLN+1nHXx67it/W0O7S9vdjmXN7vcvv3vtf8mNTuVuTfMLfI1Zvw+g7fXv82xC8do06ANr93wGje3u9l+fPH2xdy9/G6Hc2yLbEnV+njox4XW2QVYPW51lY6lJomNjWXChAl5bs8vWkJCAtOmTWPBggXMnTtXC15VAC18Vb307Nkzz9YKjAXfympFEf3WXqWdI87gwYN5/fXXOX/+PLNmzSIrK4vZs2dz8OBB/v3vf3PTTTdVxjhFRKQ0EhLgu+/gq69yA1uAPXucNyYRkRrO3d0dd3d3Zw9DpNL4efqxZvwalgxfAhi3d+88Yywi4+1+6VtRj50/xos/v8hVza9iRKcRhbZZtG0Rj33/GC3rt+S1yNfwdvdm2JJh7E7YbW9zIPEAAA9e8SCzb5ldaD8i1dXChQsZNGhQnsDWHbgbWALsBc5c/Ljk4n7jZ0p8fDwDBw5k4cKFVT/oWkYLX1UvkZGRBAXZ7r5YBhwqY08HgeUABAUFERkZWf7B1QBlqnp98803c/PNN5OSkkJqaip+fn74+PhU9NhERKS0kpJg40Y4cMBxf0CAUbO2dWunDEtEpKZzdXWlT5+CNT1FapL07HSSM41bs9Nz0jFbzZxMOQmAt5s3AV4B9rZWq5WJ30xkV8IuOjXqRP+w/pfs+/n/PU9qdirPXvtskW1mrJ8BwFuD3qJxvcaEB4Vz08Kb+HjLx8RExgCw56zxB+YJ3SfQI7gHUSujyvx+RapSbGwsY8aMwWKxXNwzAKOeali+lkEYt4iPBKYC9wGrMJvNjB07lqZNm2rGbTlo4avqxcvLi6ioKKZNmwZkY3y9/0Dp5pBagKiL5xsVAOpKfeFyLVXo6+uLr69vRY1FRETK6sIF+PNP2LcPrHkW/vD1hcsvh3btwKXUN1eIiIhILbJkxxLGfzneYV+z6UappLFdx9pvhbdYLfx95d/5cPOHNKnXhKUjluLuWvQs86PnjzJ/63w6NerE4MsGF9luT4IRyHad1dVh/44zuTPYtp7aigkT4UHhpXpvIs6UnJzMhAkT8gS2DwDvUnwwFYYRYD0EzMJsNjN+/Hi2b9+uGrdlpIWvqp/o6GgWLFhwcQb6Koyv95mULLi1XGy/CoAWLVoQHR1dWUOtdsoV2oqISDWRmAh79+Zue3tD9+7QoQO4ujpvXCIiIlJt3ND6Br4d9S0A09dNZ+uprcwbOg+AED9jUVKr1cq4FeP4ZOsnhDcM5+t7vqZtYNtL9vvR5o/IseQwomPhZRFsTCYTAF/e9SUerh72/Q29GwJwPvM8209vp13Ddvh6aHJQeRy/cJyHv32Yh3o+xPWtrnf2cGq9V199NU9JhAGULLC1ccEIsPYBq4iPjycmJoapU6dWwkhrPy18Vf34+/vz0UcfMWjQIMxmMzAL4+t9NsaCb0U5iDHD1ghsXV1d+eijj+rUHzQ07UpEpDZo0QKaNAFPT+jVC+6+GyIiFNiKiFQQs9nMli1b2LJly8X/4RCpeUL8QxjUdhCD2g4ixC8Ebzdv+3bnJp0BiPk1hk+2fkKvkF6s+9s6h8A225zN7oTdxJ2Lc+j3qz1fARRYqCy/dg3bARDqH8qgtoPo0awH7i7uNPMzZvt+v/97ciw5ChkrwH/3/pfPd33O+xvfd/ZQar2MjAxmz7bVX3bHKIlQ2qjFBSPAMma0z549m8zMzAobY11ScOGr8sg9v64sfFVZIiMjmTdvHq72/z9dBYRz6ZrP4eQNbOfPn1/nSodopq2ISE2SlQVbt8LZs3DjjY7H+vcHLy/w8Cj8XBERKZekpCRnD0GkUh2/cJwXf34RgMhWkSzftdx+7LqW1+Hu6k6HmR1oGdCSQ/88BECOJYdtp7fh4epB58adL9n/I70e4d4v7mXMijGM6zqOpTuX8sexP/jvPf/lQOIBXvvtNQBcTa7M2TTHfl5KVgpLti/hzog7K/gd1z5nUs/g4+6D2Wr8cclsMWOxWjh6/igtAlo4eXS1U2xsLAkJCRe3hlOwhm1JtQLuABaTkJBAbGwsQ4YMqYgh1im2ha+Mf5NlGHWDw8rQU91c+KoyjRo1iiZNmjBhwoSLM9OzgcUXH0ULDQ1l7ty5dS6wBYW2IiI1Q04ObN8OW7YYwS3AsWNGzVqbOnSbiIiIiJSPrX5tXnvP7iXTbMzum/qr463Zc2+bS7+wfgXOSUxPJMucRTPfZri6XPoOn1FdRnH8wnHe3fAuT//0NK0btGb+0PkMvmww41aMY+PxjQC8u+Fdh/POpp/lqdinFNoW41z6OVpNb0WTU00IzwqH3+A3z9/oMLMDe1328sI9LxA9JhovLy9nD7VW2bBhQ56toeXsbSi2AGvDhg0KbctAC19Vb5GRkWzfvp2YmBhmz56d5w8eBQUFBREVFUV0dHSdKomQl8lqzbtiTfnk5OQA4OZW/bLgtLQ0du3aRYcOHfDx8XH2cCqd1WolOTmZgIAAe+0oEamBzGbYtQs2b4a8K5a6uGDt1YvkFi10nYvUYvp5Xn2YzWbWrFkDQN++ffPc3idSPrrODeNWjGPeX/OwvlDwf0/7fdyPQ0mH7LN7paDz588zZeoUXn/3daypRf8vvkKQipWVBSNHjuDLL5dd3LOX8tVQ3YtxSzgMHz6czz77rJwjrJvOnz9PREREnjrD/6D0C1/NAoyFr7Zt26brpRJkZmYSGxvLhg0b2LFjB+np6Xh7e9OpUyd69uxJZGRkjQvLS/ozvaQZZYWmq7fccguHDh2iZcuWdO/e/eJfNkREpNSsVti3DzZuhJSU3P0mE1x2GfToYcyyTU523hhFRERExOliY2Pz3G58aQkJCUybNo0FCxbU2duNLyUrCzIyjLkS6em5z/N/tD23WODAgTwTK2hQzhHknp+ed8KGlIoWvqoZPD09GTJkiGaUX0KpQ9tJkybxzDPP4OtbcDXPUaNGkZSUxMSJE/n1118rZIAiInXOyZPw669w7pzj/tat4YoroH59Y7vibpQQERERkRpo4cKFjB07Ns8Cie4YdVWHAt0xQsBEYDPGokrLgGzi4+MZOHAg8+bNY9SoUVU/8CqSnV2y8NX23GIp/Wu4u3vn2UoEgsox4kT7M29v70u0k+LYFr7KvT5sC1/dQdHXx3JsJRHq6sJXUr2UOrRdsWIF//d//1doaHvvvffan19zzTXlG5mISF1lsTgGts2bQ69eEFSeXwBFREREqq+Ph35caJ1dgNXjVlfpWGqK2NhYxowZg8WeNA4A5lBw0aUgjFv2R2IsynQfsAqz2czYsWNp2rRpjQqmsrIgLS03aC3qeXq6UWmsorm4GGv/ensbHzt16simTbajmylfeYTN9medOnUqRz8CWvhKar5Sh7ZWq7VO11oSEalwFovx259NcDCEhkJmphHWBgc7b2wiImLn4lKaRUxERCpPcnIyEyZMyBPYPgC8S/E1O8MwFmUyanaazWbGjx/P9u3bnXoL+KWC2PzbFR3Emky5AWxhH/Pvy19i02rtySef2LZWYITjZbXC/qxnz57l6EdstPCV1GSlXoisffv2NGzYsMjg1mQy2RdpqE60EJmIVDspKUbN2uRkuO02x2NZWeDhccnTdZ2L1H66zqUu2Ht2L0/8+AS/HvmVHEsO3Zp2Y9qAaVwdevUlz4s7F0fE+xFk5GQw97a5jOs2rmoGXMF0nUtZPP3003nWkBmAEcSW5g9LFuBGbLU7J02axNSpUyt0jNnZRthakjC2ooPYwgLXop57eBjBbVllZGQQGhp6MQx0x1hMLKwMPR3EuH0/m6CgII4ePVrjFmGq7mrjwldSvVSLhch69eqFl5dXWU4VEZGMDNi0CXbuzC2cdegQhIXltikmsBUREalpxq0Yx+pDqzn0z0P2fVnmLG745AZOpZxi0jWTyDRnEvNrDDctvIkj/zxCgFdAkf1N/HYiZksl3PssUs1lZGQwe/bsi1vuGCURSnsngAvGokxGSDh79mxeeOGFEgVWmZm5YWzeR2qq43ZOTimHVAwvL/DxyQ1di3ru5eV4E1tl8/LyIioq6mKIno1RfqIsIXoUtnqqUVFRCg8rgRa+kpqm1KGtyWTi2WefpWHDhpUxHhGR2is7G7ZuNR7Z2bn7PT2NmbUiIiJ1zKmUU4zoOIKIxhH2mbI/xP3Anyf+ZP+5/fQI7lHoect2LuOngz9xd+e7mf/X/Eu+xqfbPmXKL1OIS4wjxC+EZ/o+w98u/5v9+O9Hf+eqD68qcJ71BS34WVqpWanU86jn7GHUerGxsXlu8R5O2WZ1ArTCWJRpMQkJCfz3v7Fcd92QQgPZvI+KnBVbXYPY0oqOjmbBggUX66auwig/MZOSBbeWi+2NWc8tWrQgOjq6soYqIjVImWraiohIKZjNsGuXMbs2IyN3v5sbRERAt26aWSsiUs1ZLBa2b98OQEREhOrbVpDQgFBev/F1AI5fOM5fJ/9id8JuLgu8jE6NC1+E50LmBf753T95rPdjeLld+u6/dfHrGPX5KLo17cZrka+xcu9K7lt5Hy3rtySydSQABxIPAHBnpzuJbB1JdGw0Z9PPVuC7rBs+3/U5Iz4bwexbZjOh+wRnD6dW27BhQ56toeXsbSi2RZnmzt1AQkL5ZyB6eBiBa95HTQxiS8Pf35+PPvqIQYMGYTabgVnAPozZzK0uceZBjBm2RmDr6urKRx99pHqqIgKUIbSdNm0afn5+hR47d+4cb7/9NpMnTy7vuEREaodjx+CXX+DChdx9JhN06ACXX2785ioiItWe1Wrl3Llz9udSMunZ6SRnJhvPc9IxW82cTDkJgLebt0P5g5A3QgC4psU1LL5jcZGB7AurX8BkMvHctc/x79/+fcnXn7F+BgBT+k+hR3APIltHEvF+BHM2zbGHtnsS9gAwouMI7uh4B1N+maLQtgy2nNyCxWph04lNCm0r2c6dO/NsdS9nb7nnHz++45ItbbNii3u4lakIY80XGRnJvHnzGDt27MXgdhVG+Yk7MMLx7kADIBHYjLHo2HJsJRFcXV2ZP38+AwYMqPrBi0i1VOpvp7fffjtnzpxh06ZNJCUl2fdbrVb++usvvv/+e4W2IiI2Hh6OgW2bNnDFFRBQdI0+ERGR2mLJjiWM/3K8w75m05sBMLbrWD4e+rF9/zf3fMOOMzt4YfULXPfxdWyI2kAD7wYO5249tZW317/NwmELS3Qbvi2QvXnRzQ77d5zJDae2nt4KQIdGHUr+xgQAi9XC+xveL7Bo3O6E3Xyz7xse7vUw7q7uThpdzWW1Gjdn2WrEpqY6Pg4cSM/TukGR/ZRM7vlubum0b190GFtbZsVWplGjRtGkSRMmTJhwsVRCNsZM5sWXPC80NJS5c+cqsBURB6UObTds2MD9999PWloaJpPJPtPAZDLh6urK6NGjK3yQIiI1Rk6O4/SCRo2gdWujZm2vXhAU5LyxiYiIVLEbWt/At6O+BWD6uulsPbWVeUPnARDiZ8ystVgtZJmzuOmym7jpsps4mHiQ9za+x6Lti3iw54MO/b2w+gW83LzYfHIzm09u5tcjvwLw2c7PqOdejxGdRji0t63c/MHNHxAaEGrf7+Nu3OlitVpZF7+Oeu71CG8YXgmfgdpty8ktTPxqIg1ONKBjdkf4E77+79fMy55HSkAKafem8X/3/p8Wsc7DbC46jM27z7ZWbeG88zxPBMrz+2Wi/VmLFt5ce205uhLAmHG7fft2YmJimD17dp76wwUFBQURFRVFdHS0SiKISAGlDm3ffPNNbrzxRqKiohg+fDgffPABnp6efPHFF1gsFh5//PHKGKeISPWWnAwbNhgfhw0zSiDY9O8Prq7OG5uIiIiThPiHEOJvhLOLty9m39l9DGo7yH585Z6VDFs6jLsi7uKT2z8BINty8VZhk/Gzc3fCbgDaB7UnMT2R1OxUXl37qsPrfLPvGxr5NCoQ2rZr2I4tJ7cQ5BPEoLaDSM1KZW38WntgvPH4Rk6lnuKmtjfh6qKf1aVx/vx5lry1BJd3XUhMTWQtawE4zGF7m+d+fo63Jr1VZ0Ipi8UIXlNSjEdqquPHlBTH5Q3KKiSkI5s22bY2A5eVo7fN9medOhVeR1pKz9/fn6lTp/LCCy8QGxvLhg0b2LFjB+fPn8ff359OnTrRs2dPIiMj8fT0dPZwRaSaKnVou3fvXqZOnUpYWBgATZs2JTQ0lC5duvDGG2/wxhtv8OSTT1b0OEVEqqeMDPjzT2OhMduUiH37oF273DYKbEVERArVt2VfGvk0YvH2xYT4heDl5sUnWz+hnns9BrYdCECHmUbZAusLVlaPW+1w/uTVk3nx5xeZe9tcxnUbV6D/R3o9wtIdS3n0u0eJS4zjxwM/8kPcD7w3+D2uzLyS51c/D0CAVwBzNs0BICUrBYA5m+Zw3+X3VdI7r9liY2Pz3P59aQkJCUybNo0FCxbU6Nu/rVZITy86jE1JMY6Xt+S1rW5svXqFP3x8IDi4JytX2s5YAYwsxyuusD/r2bNnOfqRwnh6ejJkyBCGDBmC1WolOTmZgIAA+10AIiKXUurQ1mq14nbx1l8PDw/Onz9vPzZs2DDuvfdehbYiUvvl5MC2bbBlC2Rn5+739lbBLxERkULkrV9rU9+rPj+O/pGnYp9i9qbZ5Fhy6Bnck1euf4Ww+mHlfs0+Lfowb+g8XlnzCk+vepoQ/xBev+F1Huj5AJNXT+a7/d8Bxizgxdsda05GrYxSaFuIhQsX5lloCcAdGE7RCy0tA7KJj49n4MCBzJs3j1GjRlX9wIuRkVF0IFuykgWXZjIVHcTawth69Ur2t/7IyEiCgoIu3na/DJgKhJVhVAcxFsIybtOPjIwsQx8iIlJZSh3ahoWF8dlnn/HII48QEhLCd999Z7+N4sSJE2RUxP0eIiLVldUKe/capRDS0nL3u7lB167QpQu4a8ENERGRkurUuBNf3/N1kcetLxQ9dXFyv8lM7jf5kv2P6TqGMV3HFHn84KMHCwTE41aMY95f8y7Zb10UGxvLmDFjsNjTywHAHAoGhkEYt+yPxAgU7wNWYTabGTt2LE2bNq3SGbdWa24Ie+GC40fbIyenfK9hC119fXM/5n1ekX/X9/LyIioqimnTpmEsdHUf8ANQmhewAFEXz4eoqCjdpi8iUs2UOrQdP348TzzxBCNGjOCWW27h1VdfZcOGDQQGBvL7779z9dVXF9+JiEhNdPo0/PwzJOYu2IDJBO3bQ48exm/rIiJSK7m6utKvXz9nD0PEaZKTk5kwYUKewPYB4F2KDwrDMALFh4BZmM1mxo8fz/bt2yusxq3ZnBu+5g9lL1wwAtvylC3w9Cw6jLXNlK3qaljR0dEsWLDgYomKVRif35mULLi1XGy/CoAWLVoQHR1dWUMVEZEyKnVoe/PNN9OsWTMaN27M+PHjcXNz49tvv+Xo0aPccsstPProo5UxThER53Nzg6Sk3O2wMOjVC+rXd9KARERERKrGq6++mqeG7QBKFtjauGAEivuAVcTHxxMTE8PUqVNLdHZWVtGhbEqK481PpeXmlhvEFhbI+voabaobf39/PvroIwYNGnSxVMUsjM/vbKDVJc48iDHD1ghsXV1d+eijj2r9InEiIjWRyWot3d8cN2zYQPfu3e11bWuKtLQ0du3aRYcOHfCpA7PhVORcpAJYLAXvY7PNtO3dG5o2dc64LtJ1LlL76ToXqf1qwnWekZFBaGjoxRqq7sBeyl5DNRzIJigoiKNHj+Lp6UlODpw/bwSxFy4Yz23B7IULRmhbVrZZsn5+hX/08ip739VB4TWG76DoGsPLsZVEcHV1Zf78+dxzzz1VPOq6qSZc6yJSPiW9zkuaUZY6eR0zZgy//vorDRs2LO2pIiI1Q0YGbN4MR4/CHXc4Brd9+lTP6RYiIlKpLBYLu3btAqBDhw64aNFJqUNiY2MvBrZgLDoWVsaeWmEEiotJSEjg5ZdjadduCOVZFsXHp/Aw1va8ti81MGrUKJo0acKECRMuzoTOBhZffBQtNDSUuXPnVmltYRERKZ1SJw+lnJgrIlJz5OTAjh1GYGub0rFrF1xcbBFQYCsiUkdZrVbOnDkDQPv27Z08GpGqtWHDhjxbQ8vZ21BsgeJff22gRYshRbZ0cTFKFOQPYm0fnVFLtjqKjIxk+/btxMTEMHv27DwBe0FBQUFERUURHR2tkggiItVcmdKHWbNm4e3tXegxk8nEY489Vq5BiYhUKasV9u2DjRuNe/FsXF3Lv5SwiIiISA23c+fOPFvdy9lb7vnHj++wh7K2h79/7vN69Yw1X6V4/v7+TJ06lRdeeIHY2Fg2bNjAjh07SE9Px9vbm06dOtGzZ08iIyPx9PR09nBFRKQEyhTafvLJJ0UeU2grIjXKsWPw++9w9qzj/vBwuOIK4/8WREREpNrJyMngj2N/cHXo1bi56E6YipCWZtSTzf/Yty89T6sG5XyV3PObNk1n1KhydicOPD09GTJkCEOGFD2DWUREaoYy/Xazdu1a1bQVkZrt/Hn47Tc4csRxf4sW0KsXBAY6Z1wiIiJSIlPXTOXlX17mo1s/Ynz38c4eTo1gsUBqam4Ym5zsGM4WdYORq2veuywTgaByjCLR/szHp/C7N0VERKSMoa2ISI1ntRoLjdkEBUHv3hAc7LwxiYiISImduHDC+JhywskjqV7M5sJny54/DxcuGMFtabVs2ZFNm2xbm4HLyjHCzfZnnfKuGyAiIiIOSh3a9uzZE/d8S3D+/PPP7Nmzh65du3LllVdW2OBERCpNQICxwNiBA8bM2rZtVTRNRESkmjudepqJ30zkb93/5rB/3pZ5rD68mvcGv4e3e+2fvZmTkztT1vawBbOpqaXvz8Ult55s/oefHwQH9+SLL2ytVwAjyzH6FfZnPXv2LEc/IiIitVupQ9v89WwXLlzIyy+/DBj1bKdNm8bQoUMrZHAiIhUiLg527oSbbgK3PN/2rrgCevZ03CciIiLV1vpD6/nsi8/4ZvY3BKUEQQLMXzWf/a77MTcz8/gVjxMREuHsYVYIi8WYGZs3mLU98q6bWlJubo5hbEBA7vN69YzgtiiRkZEEBQWRkJAALAOmAmFleFcHgeUABAUFERkZWYY+RERE6oZyJxXLly9nwoQJTJw4kU8++YS5c+cqtBWR6uHUKVi3Dk6fNra3b4du3XKP57trQEREpCguLi707dvX/lyq1vnz54mJiWH27NmQAKkX/wPYs2+PvV3/H/sTFRVFdHQ0/v7+zhpuiVmtRjB77JiJo0cdZ89euGAcLw0vr8Jny/r7g49P2cfp5eVFVFQU06ZNA7KB+4AfgNJcCxYg6uL5EBUVhaenZ9kHJSIiUsuVO7Q9fvw4t912Gz4+PowYMYJZs2ZVxLhERMruwgVYv94ofZDXmTPOGY+IiNR4JpMJV1dXZw+jToqNjWXChAnEx8cX2zYhIYFp06axYMEC5s6dy4ABA6pghMVLSyt8xqxt8a/0dHe8vUtWqcnT05glm//h7w8eHpX3HqKjo1mwYMHFf4dVwEPATEoW3Foutl8FQIsWLYiOjq6soYqIiNQK5Q5tMzMz8bn4Z1tfX18yMjLKPSgRkTLJyoLNm2HbNsdVNho0MBYZCw113thERESk1BYuXMjYsWMxm80X97gDw4GhQHegAZCIsbjVCoxb97OJj49n4MCBzJs3j1GjRlXJWHNy+P/27jw86vLc//hnZrIRsidASMgCgQQCQVZZBOsRbC2uVVFbz1FrpdZau7hU7KKey1a0lS7W9rTF41b1lIpauihtsf1VUFQUUULYl4QAgYQsJGSfmd8fD5PJkAQSksl3lvfruuYi+T7fhDvik+WTe+5HtbXeR+dwtq2tb+8rIqJrKJuUZILZmJiBr703EhIS9PTTT+viiy8++e/xa0m7JK2QNPo0b7lPpsPWBLYOh0NPP/10UHRCAwBgpT6HtuvXr/d53e1268MPP1Rpaana29sHrDAA6DWXS9q2TfrwQ6nzL45iYszM2oKC0w9qAwDgDFwul3bu3ClJys/PZ0TCIFi7dq1uvPFGuTp+EbtA0lPqOks1TdI4mcOxHpF56v6bcjqduummm5Senj6gHbeNjb7hrOfR1zmzdrt3tqzD4VRmpglmExP7N8rAnxYuXKjnnnuuU5D+pqQCSVer5yD9FXlGIjgcDj3//PMB0wENAEAg63Noe+utt8pms8ndacDS0qVLO67ZOH0dwGBrapLefVfydOE4HFJRkZlf68/nCQIAwobb7VZFRYUkady4cRZXE/rq6up0yy23dApsb5f0pM78VPxcmVmrd0j6tZxOp774xS+quLi4T52dLpfpkD21c7a21jyxp7dsNik+vvtxBnFxZt3tlurqnEpM7N14BKvdcMMNGjFiRKeRFW2Sfn/y0bOsrKyAGlkBAECg63No+/zzz/ujDgA4e0OHSuecI23aJI0dK517rvlJCAAABKXHHnus0wzbBepdYOthl5m1ukvSmzpw4IAeffRRPfLII13ubGnpvmv2+PG+HQIWFWW6ZE99JCSE5pN9Fi5cqOLi4o7D4aqqqnq8Ny0tLagOhwMAIFDY3O6+nkkanBobG7Vt2zZNmDChYwZvKHO73aqrq1NiYiLdzwgtjY3S5s1m7EFkpPd6W5tUUyMNH25ZaYONfQ6EPvZ54HA6nVq3bp0kaf78+RxK5kfNzc3Kyso6GQRGStqpriMRemOfzFP325SamqZ33y1XY2O0Tzjb1+M44uO7D2eHDDmL8k4K9n3e0tKitWvXauPGjdq6dauampo0ZMgQTZw4UTNnztTChQsVHR1tdZmA5YJ9rwM4s97u895mlH3utF25cuVp1202m6699tq+vlsAOL32dnPA2EcfmZcjI01w6xEZGVaBLQAAoWrt2rWdOjev0dkFtpI5HOtqSb/XsWNV+vnP16qo6JIzvlVERNdQ1jPSIKLfxziHnujoaF1yySW65JIz/7cFAAC91+dvOx588MHTrp9NaLtu3Trdd999mjVrln7605/6rP31r3/VE088oUOHDiknJ0f333+/zjvvPEnmQIif//znWrVqlRoaGjR16lQ9/PDDyuKEeCC07N1rZtZ2PuFjxw5p2jQzvxYAAISMjRs3dnrtyn6+tyvlmbW6f/9Gn9A2Nrb7rtmhQ4NjtiwAAAhtZ/W74pdfflkpKSkDUsCKFSu0atUq5eTkdFkrLi7Wfffdpx/96Ee68MIL9ec//1l33HGH1qxZo/T0dD3//PN65ZVX9L//+78aNWqUHnvsMd1xxx1avXo1TzcAQkFVlfTOO9LJg18kmZ+iCgul6dMJbAEACEElJSWdXpvaz/fmffvGxq264AJvOMtZpQAAIJCdVWibkZGh1NTUASkgOjpaq1at0g9/+EO1tLT4rL3yyis6//zztWjRIknS4sWL9fLLL2v16tW67bbb9PLLL+vWW2/V+PHjJUn33XefZs+erc2bN2vq1P5+gwfAMo2N0saNppu2s1GjpDlzpORka+oCAAADzu2W6uvNaPrqaunAgaZOq/39mu99+yFDmpSf3893BwAAMEj6HNrabLYB7WK98cYbe1wrKSnR+eef73OtsLBQxcXFamlp0Z49ezRp0qSOtbi4OGVnZ6u4uJjQFghWLpf06qsmuPVITDRhbXa2dXUBAMKa3W7X3LlzO17G2WlqMsFsdbU3pK2uNuPqPdraOp/qVSMprR9/Y03HS0P6c1oYAADAIOtzaOt2u3X77bdr9OjRysnJUW5urvLz85WXlzfgxdXU1CgpKcnnWmJionbt2qXa2lq53W4lJiZ2Wa+urj5t/W63e8BrDTSejzMcPlaEGJtNmjhRev9987zF6dPN63a7acVBB/Y5EPrY54ElMjKy42X+TU6vrc03lPU8mpvP/LYjR07o9NpHksb1o5KPOl4qLCwMyH839jkQHtjrQOjr7T7v7eeBPoe2N998sw4cOKCtW7fqb3/7m5qammSz2ZSQkKCLLrpId955p0aMGNHXd9utnjp6z9Tpe7r1hoYGtbW19auuYOB2u9V4slOR+b4IZLZjx+SOi5Oio70Xs7PlqKmRs7BQiokxz5lEF+xzIPSxzxHoXC6prs6mmhrzqK01fzY09P7/1/h4t5KT3UpKMn86HBP11796Vv8oqW+HHPv6Y8dLhYWFqqur68f78g/2ORAe2OtA6OvtPj91PGxP+hzaLl261Of1I0eOaOfOndq0aZP+9Kc/afv27Vq1alVf3223kpOTVVNT43OtpqZGKSkpSk5Olt1uV21tbZf1083bjYuLU2xs7IDUF8g8qX1iYiJfEBCYGhulDz6Qtm+XJk2STj7ltMN//Ic1dQUR9jkQ+tjngcPlcmn37t2SpLFjx4bliIQTJ6Rjx8zD0zlbV2eC21N1N4lgyBApJcU8kpO9f3ZqYJYkjR9/ue6/P01VVVWSVkl6RFLuWVS8T9IrkqS0tDRdccUViu78S+IAwT4HwgN7HQh9vd3njZ3HQZ7GWR1E1tmIESM0YsQIzZ8/X5deeqmuvvrq/r7LDkVFRdq6davPtS1btuiSSy5RVFSU8vPztXXrVs2cOVOSVFtbq7KyMhUVFfX4Pgd6Jm8g83ys4fLxIkg4ndKWLdJHH5nnTtps0rZtZgTCKeNQcGbscyD0sc8Dx+HDhyWZ0DaU/z2cTjPaoHNAe+yY1FNTyKn/KSIjvaFs50dMTO/+/iFDhmjJkiVatmyZpDZJt0r6u6S+BOUuSUtOvr20ZMkSxfS2AAuwz4HwwF4HQl9v9nlvPwf0ObS97rrrtHjxYi1atKhLx2pubq7+8Y9/9PVd9mjx4sW65ppr9Prrr+vCCy/Uyy+/rLKyMl155ZWSpM9//vN68sknNXv2bGVmZuoHP/iBJk2apMmTJw9YDQAG0L590rvv+o47iIqSpk2TEhKsqwsAgDDV2OgNZT2P2trejZG3283vWzsHs8nJUlxc1yC3r5YuXaoXXnhBBw4ckPSmpDsk/VK9C25dJ+9/U5KUnZ3d5dmCAAAAga7PoW1cXJweeughPfLII1q0aJGuvfbajpDU4XBo2LBhfXp/nq7Y9pNHxq5du1aS6ajNz8/X448/ruXLl+u+++5TXl6efvOb3ygtzZwge/3116uyslK33HKLTpw4oVmzZumJJ57o64cEwN+qqqQNG6STHUqSzE9z48dLM2f2vvUGAIBB1tzcrLVr1+q9997TunXr1NLSoszMTE2cOFEzZ87UwoULA7qD08PlMmFs53C2ulpqaurd28fGSqmp5uEJaJOSTHDrDwkJCXr66ad18cUXy+l0Svq1pF2SVkgafZq33CfTYWsCW4fDoaeffloJ/HIYAAAEGZv7LI4urK6u1po1a/TGG2/oww8/VF5enhYvXqwrrrhCiYmJ/qiz3xobG7Vt2zZNmDAhbGba1tXVMS8H1nvvPenjj32vZWSYGbYpKdbUFCLY50DoY59b5/jx43r00Ue1YsWKk7NVu5eWlqYlS5Zo6dKlARMMNjd3HW1QU9P97NlTebpnPQGt52FVLv3iiy/qpptuOhncSlKkpKslXSlpqqRkSTWSPpI5dOwVeUYiOBwOPf/88/rCF74wyFX3DfscCA/sdSD09Xaf9zajPKvQtrMjR47ojTfe0F/+8hft2rVLF110kW688caAG1FAaAtYpLhYeucd83JCgjR7tpSba2lJoYJ9DoQ+9rk11q5dq1tuueXkU/N7JysrS88884wWLFjgx8q6OnHCPKGlqsqEs1VVUkND7942JqZrOOvP7tmzFUz/HmeDfQ6EB/Y6EPoGOrTt90Fk8fHxSk1NVVpamrZv366PPvpIr7/+ui666CI98sgjGjp0aH//CgDBxOXy/WmvsFDas8cEtZMmSQ6HZaUBAHAm3Xd2XqOeOztXSWrTgQMH9JnPfEbPPfecbrjhhgGvy+2Wjh/3DWerqkxX7ZnYbL7dsykp5s9g6WNYuHChiouLg7bzGQAA4Gycdaft+++/r9dee01r1qyRJC1atEjXXXedJk+erOLiYt19992aNGmSli9fPqAFny06bQE/q683h4zFxEjz51tdTVhgnwOhj30+uNauXavPfOYzcnXMEVgg6SlJuad5q/2SblXnGap/+9vf+tXh6XKZcQadA9pjx6S2tjO/bWSkCWTT0rwhbXJy6PzOtKWlRWvXrtXGjRu1detWNTU1aciQIT4zhqOjo60us0/Y50B4YK8Doc/yTtsnn3xSq1evVnl5ucaOHau7775bV1xxheLj4zvumTRpkn74wx9qyZIlfX33AIJNe7u0ebOZW+vpSpowwfy0CABAkKirq9Mtt9zSKbC9XdKTks40KyBX0t8l3SHp13I6nfriF7+o4uLiXnV6trf7BrNVVWYObW/mz8bEmC+3nR/x8aazNlRFR0frkksu0SWXXGJ1KQAAAH7V59D2t7/9rT796U9r2bJlmjFjRo/3jRkzRrNmzepXcQAC3N69pru28/C8IUN6fxQ1AAAB4rHHHus0M3WBehfYetgl/VLSLklv6sCBA3r00Uf1yCOP+NzV1maC2cpK86iqkurqzOiDM4mL8w1nU1MlppABAACErj6Htv/+97+VnJysysrKjmutra0qKSnR6NGjlZiYKElKSUnRr3/964GrFEDgqK6W3n5bOnzYe81uNzNrp02ToqKsqw0AgD5qbm7WihUrTr4WKTMSoa+ncdklrZBUIKlNK1as0Fe+8qCOH49WVZUJaWtqeveekpJ8w9m0NCnInvEPAACAfupzaFtdXa2rr75ahw8f1sSJE/Xb3/5WX/ziF7Vjxw4NHTpUK1as0LRp0/xRKwCrNTdLH3wgbdvm2xaUlSXNmWN+ygQAIMisXbu20+FW1+j0M2xPZ7SkqyX9XlVVVfrxj9eqqKjnp/Hb7eZQsM7hbGqqFNHvo4IBAAAQ7Pr8LeGjjz6qYcOG6Utf+pL++Mc/6qtf/arcbreefPJJvfbaa/rpT3+q3/3ud/6oFYDVSkulkhLv6wkJ0ty5Una2dTUBANBPGzdu7PTalf18b1dK+r0kaf/+jR2hrSegHTbMPNLSzOv2vjb0AgAAICz0ObTdvHmz/u///k9jx47V7Nmzdckll+jJJ5/UwoULNXr0aF1//fX+qBNAIMjPN6FtTY0Zg1BUFDrHUQMAwlZJ519Iamo/35v37evrt2rePBPSpqTwJRMAAAC91+fQ1m63y3nyhPi8vDwlJSVp9OjRkiSbzdbpxF0AQa2hQSorkwoLvddsNumCC8zMWk4/AQCEiCafAzST+/nevG8fF9fk82UUAAAA6K0+PyFrxowZ+u///m+Vl5dLkt59913l5eXJ6XTq2WefVSHfmQLBrb1d2rRJ+sMfpPXrpSNHfNeTkwlsAQBBr7nZ/G7ygw+kurohnVZ6eVpYj7xvP2TIkNPcBwAAAPSsz522DzzwgO677z6Vl5dr1KhRHdfLy8v1l7/8Rc8888yAFghgEO3bJ23YYLpsPTZtkj77WetqAgCgn9rbpWPHpKNHzaOyUjp+3LuemNi56eAjSeP68bd91PHSxIkT+/F+AAAAEM76HNqOGDFCzz77bJfrOTk5+sc//qHU1NSBqAvAYKqpkd5+Wzp0yHvNZpMmTZKmT7euLgAA+sjtlmprveHs0aNSdbV0ugleubkzO732R0nX9qOCP3a8NHPmzJ5vAwAAAE6jz6GtJO3fv1/PPfecNm3apGPHjmnlypUaNmyY/v73v+vzn//8QNcIwF9aW6UPP5SKi81PuR6ZmdLcuWYUAgAAAayx0dtB6wlq29pO/zYOhzkcbPhw8+fnPrdQK1emqaqqStIqSY9Iyj2LavZJekWSlJaWpoULF57F+wAAAADOIrT96KOP9MUvflFxcXGaOnWq9uzZI5fLpcOHD+tHP/qRIiIitHjxYn/UCmAg1ddLf/yj1Pnwlfh4ac4cKTfXqqoAAOiR02nGHBw54n2cOHHmt0tONgGt55GcLNl9TnaI0ZIlS7Rs2TJJbZJulfR39e34B5ekJSffXlqyZImio6P78PYAAACAV59D25/85Cf6j//4Dz322GOKiorS1KlTJZnxCPfff79efPFFQlsgGMTHS4mJJrR1OKSpU6VzzjEvAwAQAE6cMMHs0aPmz8rK0485kMxZmZ4OWs+fkZFn/ruWLl2qF154QQcOHJD0pqQ7JP1SvQtuXSfvf1OSlJ2draVLl/bi7QAAAIDu9Tm03bJli15++WVFRUV1WZs7d+7JDgUAAae9XYo4Zcufd545aGz2bBPiAgBgkVO7aI8e9T0XszuRkd5w1vOIjT27vz8hIUFPP/20Lr74YjmdTkm/lrRL0gpJo0/zlvtkOmxNYOtwOPT0008rISHh7AoBAAAAdBahrd1uV1sPg8KOHz8uu70vTyMD4Hdut7Rzp/T++9KCBVJGhnctNVW66CLragMAhK1Tu2irqkxwezqJidKIESacHTFCSkkx52YOlIULF+q5557TTTfddDK4fVNSgaSrJV0paaqkZEk1kj6SOXTsFXlGIjgcDj3//PNasGDBwBUFAACAsNTn0Hbq1Kl6/PHH9fOf/1zxnTrz2tra9Otf/7pjXAKAAFBVJa1fb34ilqS335auvvrUQX4AAPiVy2W+JPWlizYiwhvOeoLamBj/13rDDTdoxIgRuuWWW06OSmiT9PuTj55lZWXpmWeeIbAFAADAgOhzaHvXXXfpP//zP3XBBReooKBAbW1t+u53v6v9+/eroaFBL7zwgj/qBNAXLS3Sxo1SSYnv9eRkc6Q2B6MAAPyoudmEsxUV3lm0Z+qiTUjwBrQjRnR3WNjgWbhwoYqLi/Xoo49qxYoVqqqq6vHetLQ0LVmyREuXLmUkAgAAAAZMn0PbiRMnavXq1XrmmWf08ccfKyMjQ42Njfr0pz+tG2+8UdnZ2f6oE0BvuN3Sjh1mFEJzs/d6UpKZX5uZaVlpAIDQdfy4CWg9j9ra09/v6aLt3Ek7GF20fZGQkKBHHnlEDz74oNauXav33ntPb731llpaWpSZmalJkyZp5syZWrhwoaL5ZSgAAAAGWJ9C2yNHjujw4cNKT0/Xgw8+6K+aAJyNykozCqGy0nstIkKaPl0qKmIkAgBgQLhc5sAwTxdtRYXU2Hj6t+ncRTt8uJlFGyxflqKjo3XJJZfo4osv1rp16yRJ8+fPl8PhsLgyAAAAhLJehbZtbW1aunSpXn/99Y5rCxYs0I9//GMNGTLEb8UB6IONG30D27FjpVmzpKFDrasJABD02tp8Rx0cOSK1t/d8v91uzrlMT/c++HYRAAAA6JtehbYvvPCC/vnPf+qOO+5QQUGBSktL9fTTT+vnP/+5li5d6u8aAfTG3LnSqlXmaO3zzpMyMqyuCAAQhE6c8Ia0FRWmq9bt7vn+yEjTQesJaIcPN0/0AAAAAHD2evUt9WuvvaZ7771XX/jCFzquFRYW6mtf+xqhLWCFI0fMT9Dp6d5rSUnSpZean5aD5TmnAADL1dT4zqOtrz/9/UOH+nbRpqRINtvg1AoAAACEi16FtgcOHNCcOXN8rp177rlqaWlRZWWlhg0b5pfiAJyiqckcMrZjhxkQuHix1HmmXucQFwCAU7jd3nm0hw6ZPzufW9mdlBTfkDYubnBqDTR2u13Tpk3reBkAAADwp16Ftk1NTUpISPB9w4gIRUVFqflM3+kD6D+XSyopkT74QGptNdeOHzfhbWGhtbUBAAKWyyVVVUmHD5tHRYX3y0h3HA7zhA1PQDtihBQVNXj1BjKbzdbl+2EAAADAX5g4BgS6o0eldetMa5RHVJQ0c6Y0frx1dQEAAo7Tac6k9HTRVlSc/tCwqChp5EgT0I4cKaWlMWEHAAAACAS9Cm1tNptsDCsDBldzsxmFsH277/WCAuncczmKGwCg9nYz5tzTSXv0qAluexITY8JZz4N5tL3ncrlUXl4uSRo1ahQjEgAAAOBXvQpt3W63Lrvssi7BbXNzs6677jqfb1ptNpvWrVs3sFUC4aa8XHrzTamlxXstNVWaN888VxUAEJZaW70dtIcOmdEHLlfP9w8d6hvSJiUNWqkhx+12a+/evZKkzMxMi6sBAABAqOtVaPu5z33O33UA6Cwhwft81qgoacYMM7uWrh4ACCutrVJZmU0NDSaoPXbMHCbWk/h435CWEawAAABAcOpVaLts2TJ/1wGgs4QEacoUqa5Omj1bio21uiIAwCBoa/N20R46ZObTNjZGasiQ7scYJCV5A9r0dCkubtBLBgAAAOAHHEQGWG33bqm4WLr0Uimi05acPt26mgAAg8Izk7ZzSNt53MGpXbUpKb6dtIw3BwAAAEIToS1gldpaaf1681O6JH30kTRzpqUlAQD8y+k0h4V5QtojR04/kzYlRUpIcCo/X8rIkKKjB69WAAAAANYhtAUGW3u7tGmT9Mknvj+p19VZVxMAwC9cLtM96wlpKypMcNuTpCQTznoe0dFSXZ1TiYndj0cAAAAAEJoIbYHBtH+/9M47UkOD91p8vHTeeVJ2tmVlAQAGhstlDgs7dEg6eNCEtJ5zJbuTkOAb0p46wvx0h44BAAAACF2EtsBgOH7chLVlZd5rdrs5bGzKFN9ZtgCAoFJTYwLa8nIT0ra29nxvXJxvSMvBYcHDbrdrypQpHS8DAAAA/kRSBPhbe7v02mtSS4v32qhRprs2MdG6ugAAZ+XECRPSeh6NjT3fGxvrG9ImJAxenRhYNptNSUlJVpcBAACAMEFoC/hbRIQ0ebK0caM0dKg0Z440ZozVVQEAeqm11Tvu4OBBc45kT2JifENaMj4AAAAAZ4PQFhhoJ05IUVFSZKT32uTJ5gSZiRN9rwMAAo7TKR096h15UFnZ82zZiAgTzmZmmkdKyuDWisHjcrl0+PBhSdLIkSMZkQAAAAC/IrQFBorLJRUXSx98IBUWSrNne9ccDjO7FgAQcNxuqbra20l7+HDPh4fZbNLw4WbKTWameZnsLjy43W7t2rVLkpSenm5xNQAAAAh1hLbAQKiokNavNz/1S9KWLVJ+Pi1XABCgGhp859I2NfV8b3Kyt5N25EjzZAoAAAAA8CdCW6A/mpul99+Xtm/3vT5hgplfCwAICJ65tOXlJqStq+v53thYbydtZqZ5HQAAAAAGE6EtcLZ27pTefdcEtx5padL8+dKwYdbVBQCQ221m0ZaXm8eRIz3PpY2M9M6lHTWKw8MAAAAAWI/QFuir2lpp3Toz9NAjMlI691wzy9Zms6w0AAhnJ06YgPbAAdNN29LS/X12uzRihLeTdtgw5tICAAAACCyEtkBflZX5BrZ5edKcOTx/FgAGWXu7GSnuCWpranq+NynJdNGOGmXm0kZGDlqZAAAAANBnhLZAX02aZEYjtLdL8+aZBAAAMChqakxAW15ufn/mdHZ/X1SU6aLNyjKfpuPiBrdOAAAAAOgPQlvgdE6cMM+xzc/3XrPbpU9/2nTWRrCFAMCfWlrMp2FPUHviRPf32WxmzMGoUSaoZeQBBprdbldRUVHHywAAAIA/kTgB3XG7pa1bpY0bTUdtSoo5ZMwjIcG62gAghLlc0tGj3gPEKit7PkBs6FBvSJuZKUVHD26tCC82m02pqalWlwEAAIAwQWgLnKqy0hw0VlXlvfbBB9LFF1tXEwCEsMZG00nr6aZtbe3+PofDzKP1BLXJyYNbJwAAAAAMFkJbwKO11XTWbt3qe338eGnWLGtqAoAQ5HabbtoDB8zZjp1/R3aq5GTvXNr0dKbSwDoul0tHjx6VJA0fPpwRCQAAAPArfvQBJGnPHmnDBtPu5ZGSIs2fL40YYV1dABAimpu93bQHDphZtd2JivJ20o4aZUYgAIHA7XZr+/btkqRhw4ZZXA0AAABCHaEtwltzs/TPf5rn43pEREgzZkiTJnGKDQCcJbfbdNCWlZmQ9mSDYrfS0kxIm5UlDR/Op14AAAAAILRFeIuKMsGtR06OdN55UlycdTUBQJBqaTG/A/MEtZ0/vXbWuZs2K0uKjR3cOgEAAAAg0BHaIrzZ7dK8edLatdLcuVJurtUVAUBQqaryjjw4csR02HYnJUXKzjYh7YgRdNMCAAAAwOkQ2iJ8NDVJ770nTZwodZ5FN3y4dP31JAgA0AutrdLBg95u2s6jwDuLiPDtpuUJDAAAAADQe4S2CH1ut7R9uwlsW1ul6mrpyit9Q1oCWwDo0fHjUmmpCWoPH5Zcru7vS0rydtOmp0sOx6CWCQAAAAAhg9AWoa26Wlq3zjxn1+P4cam21jxXFwDQhctlDg4rLTWP2tru74uIkDIyvEFtfPyglgkAAAAAIYvQFqGpvV3atEn65BPflrBx46TZs6UhQ6yrDQACUGurGXdQWmr+bGnp/r74eHNmY3a2NHIk3bQIH3a7XYWFhR0vAwAAAP5EaIvQU15uumvr673XEhOl+fNNSxgAQJJUV2dGHpSWShUV3Y89sNnMwWHZ2SasTU4e/DqBQGCz2TR8+HCrywAAAECYILRFaPnwQ/PwsNulqVOlKVNoBwMQ9lwuMy3GM5+2p7EHUVHmELGcHDP2ICZmUMsEAAAAgLBHaIvQkpNjxiK43eZ5u/Pnm5NxACBMtbSYcQdlZebR2tr9fQkJ3m7akSM5nxE4ldvtVmVlpSRp2LBhstlsFlcEAACAUEZoi+DmcvkmC2lp0vTp0tChUkGBdXUBgIXq6ryHiFVUmN9jncoz9iAnxzz4/RZwei6XSyUlJZKk+fPny8EzeAAAAOBHhLYITu3t0kcfmfm1V1zhG9xOm2ZdXQBgAbdbqqyU9u83j9ONPcjKMiHtqFGMPQAAAACAQEVoi+Bz8KA5aOz4cfN6cbE0ebK1NQHAIHM6zadDT0dtY2P39yUkeLtp09MZewAAAAAAwYDQFsGjuVnasEHatct7zW43yQUAhAHPfNr9+82fbW1d7/GMPcjNNTNqGXsAAAAAAMGH0BbBYccO6d13TWLhkZ5uDhpLTrauLgDws4YGE9KWlkqHD5tR3qdyOMy4g9xc01HL2AMAAAAACG6EtghstbVmFMLhw95rUVHS7NnmoDFObgYQgo4dMyHt/v1SVVX398TEmE7a3FwT2EbwFR0AAAAAQgY/4iFwNTdLr75qDh3zyMuT5syRYmOtqwsABpjLJVVUeDtq6+u7v88znzY314xAYD4tAAAAAIQmQlsErpgYqbBQ+uQTKT5emjfPHHsOACGgvd3MpfUcJNZ5+ktnaWkmpM3NlVJSBrNCAJ3ZbDaNHz++42UAAADAnwhtEThaWqTISN/WsRkzzDiEyZN57i+AoNfSYgLaffuk8vLuz1G026WMDNNRm5MjxcUNfp0AurLb7UpPT7e6DAAAAIQJUjAEhl27pA0bTDg7ZYr3ekSENG2aZWUBQH81NpqxB/v2SYcOSW5313siI80TCXJzzZzaqKjBrhIAAAAAEEgIbWGt48fNQWMHD5rXN22SxowxgxsBIEjV13uD2oqK7u+JjTUhbU6O6ax1OAazQgB95Xa7VV1dLUlKSUlhRAIAAAD8itAW1nC5pI8/NiFt5+cHZ2czBgFAUKqtNSHtvn1SVVX398THS6NHm8fw4RKZDxA8XC6XtmzZIkmaP3++HPymBQAAAH5EOobBV1FhumtrarzX4uLMQWPZ2dbVBQB9VFVlOmr37jWhbXeSk01Im5trDhUDAAAAAOBMCG0xeFpapPffl7Zt816z2aSiImn6dDPUEQACmNstHT3q7aitr+/+vrQ0b0dtUtKglggAAAAACAGEthg8xcW+ge2wYdL8+bSeAQhoLpd0+LAJaffvNweLdSc93dtRGx8/mBUCAAAAAEINoS0GzznnSDt3Ss3N0syZ0sSJDHQEEJCcTnM+oieobWnpeo/NZg4Q8wS1sbGDXSUAAAAAIFQR2sI/3G4z7HHYMO+1iAhp4UJpyBAzwxYAAojTKZWXm/m0paVSa2vXexwOadQoE9Tm5EjR0YNfJwAAAAAg9BHaYuAdOya99ZZUXS1dc42UmOhd6xziAoDFehPURkSYMxJHjzZ/Mn4bAAAAAOBvhLYYOO3t0qZN0scfm05bSVq/XrrkEmvrAoBOehPURkWZTtoxY6TMTBPcAghvNptN48aN63gZAAAA8Cd+DMXAOHhQWrdOOn7cey0pSZo+3bKSAMDD6ZQOHPAGtW1tXe/xBLV5eSaodTgGv04AgctutyszM9PqMgAAABAmCG3RP83N0rvvmgPGPOx2aepUacoUUg8AlultUJub6+2o5VMWAAAAACAQENri7O3eLb3zjgluPdLTpfPPN122ADDICGoB+Ivb7VZdXZ0kKTExkREJAAAA8CtCW5wdp1P64ANvYBsVJc2aJY0fL/FDDIBB1N7uO6OWoBaAP7hcLm3evFmSNH/+fDn4RAIAAAA/IrTF2XE4pPnzpb/+1aQgc+dKsbFWVwUgTPS1o3bUKDO5BQAAAACAYEBoi96pqjIJSEKC91pmpnTVVVJamnV1AQgbLpc583DPHmn/fqm1tes9nqDWc5gYQS0AAAAAIBgR2uL02tulDz+UPvlEGjlSuvRS33UCWwB+5HZLhw+boHbfPt8R2h7R0b6jDwhqAQAAAADBjtAWPSsvl9atk+rrzeuHDpnkJC/P2roAhLwjR8ynm717pcbGruuRkdLo0Yw+AAAAAACEJkJbdNXcLG3YIO3a5b1mt0vTppmUBAD8oKrKBLV79kgNDV3XIyKknBzze6OsLA4TAwAAAACELkJb+Nq1ywS2nZ+DPHKkOXQsKcmysgCEppoab1BbV9d13W6XsrNNUJudbTpsAQAAAAAIdYS2MI4fl9avNyMRPKKipNmzpYICyWazrjYAIeX4cW9QW13ddd1mM7Npx441s2qjoga9RADowmazacyYMR0vAwAAAP5EaAujocE3sB0zRpo7V4qNta4mACHjxAlvUFtZ2f09GRnmU8+YMVJMzODWBwBnYrfblZ2dbXUZAAAACBOEtjAyMqT8fHPY2Lx55nnIANAPzc3mILHdu6WKiu7vGT7cdNSOGcPviAAAAAAA8CC0DUdtbdLOndLEib7X5841z0tmaCSAs9TWJpWWmvHY5eWS2931ntRUM6M2L0+Kjx/8GgHgbLjdbtXX10uS4uPjGZEAAAAAvyK0DTcHDkjr1plxCA6HNH68d43BkQDOgstlAtrdu6X9+6X29q73JCV5O2o50xBAMHK5XNq0aZMkaf78+XI4HBZXBAAAgFBGaBsumpqkDRtMquLxwQfSuHEmvAWAPnC7pSNHzKeUvXvNKIRTxcWZbtqxY013LQAAAAAA6B1C23Cwc6cJbFtavNcyMqT58wlsAfRJdbUJanfvNg37p4qONt20Y8dK6elm4goAAAAAAOibgA9tt27dqscee0wlJSWKiorSvHnzdP/99ys5OVkbNmzQsmXLtG/fPqWnp+vOO+/U5ZdfbnXJgeP4cTMK4fBh77XoaGn2bKmgwLq6AASVhgZvUFtd3XU9IkLKyTFBbVaWZLcPfo0AAAAAAISSgA5tnU6nvvzlL+uaa67RU089pcbGRt1111166KGH9J3vfEe333677rrrLi1evFgbNmzQN7/5TeXm5mry5MlWl269zZsVtX69mVPraXUbO1aaM0caMsTa2gAEvOZmM/Zg926poqLrus0mjRplPq3k5nJ+IQAAAAAAAymgQ9vKykpVVVXpsssuU1RUlKKiorRgwQI9++yz+vOf/6ycnBzdeOONkqQLL7xQCxYs0KpVqwhtJamuTnI6zctxcWYUQlaWtTUBCGjt7VJpqbRrlzlYzOXqes/w4Saozcvj9z8AAAAAAPhLQIe2I0aMUGFhof7whz/oW9/6lpqamvSPf/xDF1xwgUpKSjRx4kSf+wsLC/XGG29YVG2AmT1b7h07pMmTpRkzaIMD0C2XSzp40HTU7ttngttTJSWZoHbsWCkhYdBLBAAAAAAg7AR0aGuz2fTEE0/o5ptv1nPPPSdJmjVrlu666y599atf1fjx433uT0pKUnV3Axc7cbvdcrvdfqs5ULijotT6uc9pSFqaeR5zGHzMQLjxfD47m89pVVWmo3b3bqmpqet6bKw3qE1L6/x39qNgAH3Wn32OgZeTk9PxMv8mGCjscyA8sNeB0Nfbfd7bzwMBHdq2trbqtttu06JFi/SVr3xFTU1NeuCBB3TvvffK1sOR5D1d92hoaFBbW5s/yg0obrdbjW1tUl3dGf+bAAhObrdbjY2Nks78uU8yB4rt2+fQnj121dZ2vT8qSsrJcWrMGJfS090d47Dr6ga0bAB90Nd9Dv9KTk6WJNXX11tcCUIJ+xwID+x1IPT1dp+3tLT06v0FdGj7zjvvqLy8XN/85jflcDg0dOhQ3Xnnnbryyiv1qU99SrW1tT7319TUKCUl5bTvMy4uTrGxsX6sOjB4UvvExES+IAAhqjf7vLXVjD3YtUs6dMh73TOP1m6XcnKkcePM2GuHw99VA+gLvp4DoY99DoQH9joQ+nq7zz3B7pkEdGjrdrvlOuUkHE+X7Jw5c/Taa6/5rH3yySdnPITMZrOFzSdIz8caLh8vEI662+eeObW7dkn793vn1Hb+VJCeboLaMWOk6OjBrRlA3/D1PDB07pyIjY3l3wMDin0OhAf2OhD6erPPe/s5wD5QRfnDlClTNHToUP3iF79Qc3Oz6urqtGLFCk2dOlWXX365Dh48qGeffVZNTU1as2aN3nrrLV133XVWlw0AlqiqkjZskF58UXrjDTOvtvPBYgkJ5lzC66+XLr9cmjCBwBYAesvlcmnjxo3auHFjl6YCAAAAYKAFdKdtcnKyVqxYoR//+MeaN2+eIiMjde655+pnP/uZUlNT9Zvf/EYPP/ywli9froyMDC1fvrzL4WQAEMpOnDDjD3bvlmpquq5HR0t5eVJ+vjR8+ODXBwAAAAAA+i6gQ1tJmjx5sn73u991uzZjxgytXr16kCsCAGu1tZmgdscOac+eKA0Z4jv6oPOc2uxs8zoAAAAAAAgeAR/aAgC6n1N7csZ5B+bUAgAAAAAQGghtASCAVVdLO3easLapqet6fLxb55xjxh8kJAx+fQAAAAAAYOAR2gJAgGluNjNqd+40h4udyjOnduxYKSamTYmJvuMRAAAAAABAcCO0BYAA4HJJZWUmqC0rM6931t2cWrdbqquzpl4AAAAAAOA/hLYAYKGqKhPU7t5tOmxPNWyYVFBgOmuZUwsA1rHZbMrKyup4GQAAAPAnQlsAGGRNTWZG7c6dZmbtqWJjTUdtfr6UnDz49QEAurLb7crLy7O6DAAAAIQJQlsAGAROpxl7sGOHdOCAGW3QmcMh5eaaoDYz04w/AAAAAAAA4YnQFgD8qLLSO/6gpaXr+ogRJqjNy5Oioga/PgBA77jdbrWc/EQeHR3NiAQAAAD4FaEtAAywxkbv+IOamq7rQ4eaoHbcOCkpadDLAwCcBZfLpXfffVeSNH/+fDkcDosrAgAAQCgjtAWAAeB0Svv3m6C2vLzr+IOICDP+oKBAysiQaNACAAAAAAA9IbQFgH6orDRzanfvllpbu66np5uu2jFjGH8AAAAAAAB6h9AWAPqoudmMP9ixQ6qu7roeF2eC2vx8KSFh8OsDAAAAAADBjdAWAHrB5TJjD3bskEpLzeudRUSYbtr8fGnkSMYfAAAAAACAs0doCwCnUVdngtqdO80BY6caMcLMqc3LkyIjB78+AAAAAAAQeghtAeAUbW3Svn3S9u1SRUXX9SFDTEdtQYGUlDTo5QEAAAAAgBBHaAsAJx05Yrpq9+wxwW1nNpuUk2OC2qwsyW63pkYAgDVsNpsyMjI6XgYAAAD8idAWQFhrbPQeKlZb23U9KUkaP14aN8502AIAwpPdbld+fr7VZQAAACBMENoCCDsul1RWZoLasjLJ7fZdj4yUxo41XbXDh1tTIwAAAAAACF+EtgDCRk2NCWp37ZKamrquZ2SYoHb0aCmCz44AgE7cbrfaTs7OiYyMZEQCAAAA/IpYAkBIa2szM2q3b5eOHu26PnSoCWrz86WEhMGvDwAQHFwul9555x1J0vz58+VwOCyuCAAAAKGM0BZASDp61AS13R0qZrdLublmVm1mpjlkDAAAAAAAIFAQ2gIIGS0tZvTB9u1SdXXX9ZQUE9SOHSvFxAx+fQAAAAAAAL1BaAsgqLnd0uHDJqjdt09yOn3XPYeKjR8vDRtmTY0AAAAAAAB9QWgLICg1Nko7d5qw9vjxrusjRpigdswYE9wCAAAAAAAEC0JbAEHD5ZLKy01QW1pqumw7i4mRxo0zYW1ysjU1AgAAAAAA9BehLYCAV18v7dhhHidOdF3PzDRBbW6uxGHeAAAAAAAg2BHaAghITqfppt2+3XTXnio2ViooMI+EhMGvDwAQXmw2m9LT0zteBgAAAPyJ0BZAQKmtNUHtzp1Sc7Pvms0mZWebrtqsLMlut6REAEAYstvtGj9+vNVlAAAAIEwQ2gKwXHu7tHevCWsrKrquJySYoDY/33TYAgAAAAAAhDJCWwCWqaoyQe3u3VJrq++a3S6NGWPC2pEjTZctAABWcbvdcrlckkzXLSMSAAAA4E+EtgAGVVubtGePtG2bVFnZdT05WZowQRo7VoqJGfz6AADojsvl0rp16yRJ8+fPl4OTLwEAAOBHhLYABoWnq3bXLhPcdhYRYULa8eOl4cOtqQ8AAAAAACBQENoC8JszddWmpXm7aiMjB78+AAAAAACAQERoC2DAHTtmgtrTddUWFprQFgAAAAAAAL4IbQEMiPZ2b1ft0aNd1z1dtXl5UlTU4NcHAAAAAAAQLAhtAfRLdbVUUiLt3i21tvquebpqJ0yQhg2zpj4AAAAAAIBgQ2gLoM/O1FWbmuqdVUtXLQAAAAAAQN8Q2gLotepq76za7rpq8/JMWDt8uDX1AQDgLzabTcNOPm3EZrNZXA0AAABCHaEtgNNqb5f27jVh7ZEjXddTUsyhYnTVAgBCmd1u18SJE60uAwAAAGGC0BZAt2pqTFC7cyddtQAAAAAAAIOJ0BZAB6fT21VbUdF1PSXFBLXjxtFVCwAAAAAA4C+EtgB0/LhUUmK6apubfdccDm9X7YgR1tQHAIDVnE6n1q1bJ0maP3++HA6HxRUBAAAglBHaAmHK5ZLKykxYW17edT052dtVGx09+PUBAAAAAACEK0JbIMw0Nkrbt5sRCCdO+K7Z7dKYMeZgsfR0a+oDAAAAAAAId4S2QJg4eNB01e7fL7ndvmvx8aardvx4KSbGkvIAAAAAAABwEqEtEMJaWqQdO0xXbV2d75rNJmVnm67aUaPM6wAAAAAAALAeoS0Qgo4eNV21e/ZITqfvWmys6agdP16Ki7OmPgAAAAAAAPSM0BYIEe3t0u7dJqytquq6npFhumpzc83sWgAAAAAAAAQmQlsgyNXUmKB21y6ptdV3LSpKys83YW1SkiXlAQAQEmw2m1JSUjpeBgAAAPyJ0BYIQk6ntG+fmVV7+HDX9WHDTFCblydFsMsBAOg3u92uyZMnW10GAAAAwgRxDhBE6utNULt9u9Tc7LsWESGNHStNmGBCWwAAAAAAAAQnQlsgwLnd0oEDZgRCWVnX9aQk01Wbn2/GIQAAAAAAACC4EdoCAaqpyXTUbtsmNTT4rtnt5kCxwkJzwBgAAPAvp9Opt99+W5J03nnnyeFwWFwRAAAAQhmhLRBgjhyRtm6V9u6VXC7ftbg4M/6goECKjbWmPgAAwpXr1C/MAAAAgJ8Q2gIBoL1d2r3bhLXHjnVdz842YW12tsSB1QAAAAAAAKGN0BawUF2dmVW7Y4fU2uq7FhNjOmoLC6X4eGvqAwAAAAAAwOAjtAUGmdttDhTbulUqL++6Pny4CWrz8iTG5QEAAAAAAIQfQltgkDQ3m4PFSkq6HizmcJiQduJEadgwa+oDAAAAAABAYCC0Bfzs6FHTVbtnT9eDxeLjTVdtQYEZhwAAAAAAAAAQ2gJ+0N5uQtqtW6Wqqq7rWVmmqzYri4PFAAAIFklJSVaXAAAAgDBBaAsMoOPHvQeLtbT4rkVHew8WS0iwpj4AAHB2HA6HpkyZYnUZAAAACBOEtkA/ud3SgQMmrC0r67qelma6avPypAh2HAAAAAAAAM6ACAk4S83NpqO2pESqr/dds9u9B4sNH25NfQAAAAAAAAhOhLZAH1VWeg8Wczp91+LivAeLDRliTX0AAGDgOZ1Ovfvuu5Kk2bNny+FwWFwRAAAAQhmhLdALTqcJaUtKpKNHu66PGmXC2pwcDhYDACBUtbW1WV0CAAAAwgShLXAaDQ0mqN2+3YxD6CwqSsrPNyMQEhOtqQ8AAAAAAAChh9AW6MahQ1JxsVRaag4a6ywlxQS148ZxsBgAAAAAAAAGHpETcFJ7u7Rrl5lXW13tu2a3S6NHm7A2Pd2a+gAAAAAAABAeCG0R9o4fN0Htjh1Sa6vvWmysNGGCecTGWlMfAAAAAAAAwguhLcKS2y0dPGhGIJSVdV0fMcJ01Y4ZY7psAQAAAAAAgMFCaIuw0toq7dxpOmvr6nzXHA4pL0+aNElKS7OmPgAAELji4+OtLgEAAABhgtAWYaG21gS1O3dKbW2+a3FxUmGhNH68FBNjSXkAACDAORwOTZ8+3eoyAAAAECYIbRGy3G4z+mDrVqm8vOt6RoYZgZCTwwgEAAAAAAAABA5CW4SclhZzqNjWrVJ9ve9aRIQ0bpwJa1NSrKkPAAAAAAAAOB1CW4SM6mpzsNju3VJ7u+9aQoIZgVBQIEVHW1MfAAAIXk6nUxs3bpQkzZw5Uw6Hw+KKAAAAEMoIbRHUXC6ptNSEtYcPd10fNcocLJaVJdlsg18fAAAIHc3NzVaXAAAAgDBBaIug1Nwsbd8ulZRIDQ2+a5GRpqO2sFBKSrKkPAAAAAAAAOCsEdoiqFRVma7aPXskp9N3LSnJzKodN06KirKkPAAAAAAAAKDfCG0R8Fwuae9ec7DYkSNd13NyTFibmckIBAAAAAAAAAQ/QlsErMZGads282hs9F2LipLGjzcjEBISrKkPAAAAAAAA8AdCWwScI0dMV+3evabLtrOUFO8IhAj+7wUAAAAAAEAIIvZCQHA6TUhbXCxVVvqu2WxSbq40aZI0cqQl5QEAACg2NtbqEgAAABAmCG1hKc8IhJISqanJdy0mRpowwTzi4qypDwAAQJIcDofOPfdcq8sAAABAmCC0hSUqK01X7Z49XUcgpKWZrtq8PMnhsKY+AAAAAAAAwCqEthg0Lpe0b58Ja48c8V2z2aTRo01Ym55uTX0AAAAAAABAICC0hd81N3tHIJw44bsWHW3GHxQWMgIBAAAELqfTqQ8//FCSNH36dDl4OhAAAAD8iNAWfnPsmOmq3b3bHDTWWUqK6aodO1aK4P9CAAAQBBobG60uAQAAAGGCuAwDyu2WSkulLVukw4e7rufmmrA2I2PQSwMAAAAAAACCAqEtBkRLi7Rjh+msbWjwXYuKksaPlyZOlOLjrakPAAAAAAAACBaEtuiXmhpp61Zp506pvd13LSnJdNWOGydFRlpSHgAAAAAAABB0CG3RZ263dOCA6aotL++6np1twtrMTMlmG/z6AAAAAAAAgGBGaItea201HbXFxdLx475rkZFSQYEZgZCYaE19AAAAAAAAQCggtMUZ1dWZEQg7dkhtbb5rCQmmqzY/38yuBQAACFUxMTFWlwAAAIAwQWiLHpWXm67asrKua5mZUlGRlJXFCAQAABD6HA6HZs+ebXUZAAAACBOEtvDR1ibt2mXC2tpa37WICHOo2KRJUnKyJeUBAAAAAAAAIY/QFpKk+nozAmH7djO7trO4ODOrdvx4KTramvoAAAAAAACAcEFoG+YOHTJdtaWlktvtuzZypOmqzcmR7HZr6gMAAAgETqdTmzdvliRNmTJFDofD2oIAAAAQ0ghtw1B7u7R7twlrq6t91xwOaexYE9amplpTHwAAQCCqr6+3ugQAAACEiaAIbX/1q1/ppZde0okTJ3TOOefo4YcfVlZWljZs2KBly5Zp3759Sk9P15133qnLL7/c6nIDVkODVFIibdsmtbT4rsXGmhEIEyZIHIwMAAAAAAAAWCfgQ9uXXnpJ//znP7Vy5UrFxcXp0Ucf1TPPPKPbbrtNt99+u+666y4tXrxYGzZs0De/+U3l5uZq8uTJVpcdUCoqTFftvn1dRyCMGGG6akePZgQCAAAAAAAAEAgCPrT93//9X/3kJz9RZmamJGnZsmWSpKeeeko5OTm68cYbJUkXXnihFixYoFWrVhHaSnI6pd277SotlY4d812z26W8PBPWDhtmTX0AAAAAAAAAuhfQoe2RI0dUUVGh0tJS3Xvvvaqrq9OcOXP04IMPqqSkRBMnTvS5v7CwUG+88YZF1QaOY8ek11+Xjh2L0JAhks1mrg8ZIhUWmhEIsbHW1ggAAAAAAACgewEd2lZUVMhms2nt2rVauXKlmpub9fWvf13f//73deLECY0fP97n/qSkJFWferLWKdxut9ynzggIMTt2SCdOuDs+1rQ0qahIGjPGHDQmdR2TACD4ePZ4qH9OA8IZ+zxwdP534N8EA4l9DoQH9joQ+nq7z3v7eSCgQ9u2tja1tbXp3nvvVXJysiTp61//upYsWaK5c+d2+zY2T1tpDxoaGtTW1jbgtQaSjAybSksdSklp0uTJbUpPN9cbGqytC8DAcrvdamxslHTmz30AghP7PHA4nU45nU5JUl1dnRye34QD/cQ+B8IDex0Ifb3d5y0tLb16fwEd2iYlJUmS4uLiOq5lZmbK7Xarra1NtbW1PvfX1NQoJSXltO8zLi5OsSE+GyAxUcrOdquurk2JiQl8QQBClOe3c4mJiexzIESxzwPLggULrC4BIYh9DoQH9joQ+nq7zz3B7pkEdGibk5OjuLg4bd26VfPmzZMkHTx4UBEREbrgggu0evVqn/s/+eSTMx5CZrPZwuYTpOdjDZePFwhH7HMg9LHPgdDHPgfCA3sdCH292ee9/RxgH6ii/CEyMlKLFy/W448/roqKClVWVuqXv/ylrrjiCl155ZU6ePCgnn32WTU1NWnNmjV66623dN1111ldNgAAAAAAAACctYAObSXprrvu0rRp03T55Zfrsssu05gxY/Sd73xHqamp+s1vfqPXXntN5557rn76059q+fLlXQ4nAwAAAPrL6XRq8+bN2rx5c8dsWwAAAMBfAno8giRFRUXpgQce0AMPPNBlbcaMGV1GJAAAAAD+cOp5CgAAAIC/BHynLQAAAAAAAACEE0JbAAAAAAAAAAgghLYAAAAAAAAAEEAIbQEAAAAAAAAggBDaAgAAAAAAAEAAibC6AAAAACAY2O30OwAAAGBwENoCAAAAZ+BwOHT++edbXQYAAADCBO0CAAAAAAAAABBACG0BAAAAAAAAIIAwHgEAAAA4A5fLpeLiYknSpEmTmG8LAAAAvyK0BQAAAM7A7Xarurq642UAAADAn2gRAAAAAAAAAIAAQmgLAAAAAAAAAAGE0BYAAAAAAAAAAgihLQAAAAAAAAAEEEJbAAAAAAAAAAggEVYXMFhcLpckqampyeJKBofb7VZLS4saGxtls9msLgeAH7DPgdDHPg8cTqdTdrvpd2hsbJTD4bC4IoQK9jkQHtjrQOjr7T73ZJOerLInNrfb7R7QCgPUsWPHtH//fqvLAAAAAAAAABDmcnNzlZqa2uN62IS27e3tqqurU3R0dEeXBAAAAAAAAAAMFpfLpZaWFiUmJioiouchCGET2gIAAAAAAABAMKDlFAAAAAAAAAACCKEtAAAAAAAAAAQQQtsQU15eri996UuaMmWK5syZox//+MdnPI0OQOBbt26d5s6dq29961td1v7617/qM5/5jIqKinTppZfq7bfftqBCAP1VXl6u22+/Xeeee67mzJmjb3/726qrq5Mkbdu2Tddff70mT56s888/X88884zF1QI4G9u3b9fNN9+sGTNmaPbs2frGN76ho0ePSpI2bNigyy+/XEVFRbrooov0pz/9yeJqAfTXI488ooKCgo7X2edA6CgoKNCkSZNUVFTU8Xj44YclDdxeJ7QNIW63W1/72teUnJysf//733rhhRf0xhtv6LnnnrO6NAD9sGLFCv3gBz9QTk5Ol7Xi4mLdd999+sY3vqGNGzfqpptu0h133KGKigoLKgXQH7fffruSkpL0r3/9S6tXr9aePXv0ox/9SE1NTVqyZImmTZumDRs26IknntCvfvUr/f3vf7e6ZAB90NraqltuuUUzZ87UO++8o9dff13V1dV66KGHdOTIEd1+++265ppr9P777+v+++/X9773PX3yySdWlw3gLG3btk2rV6/ueJ19DoSeNWvWaMuWLR2P73//+wO61wltQ8iWLVu0Y8cOfe9731NiYqLy8vK0ZMkS/f73v7e6NAD9EB0drVWrVnUb2r7yyis6//zztWjRIsXExGjx4sXKz8/3+QYRQOCrr6/XpEmTdM8992jo0KEaPny4rrrqKm3cuFH/7//9P7W1tenuu+/W0KFDNWXKFF133XVauXKl1WUD6IOmpiZ961vf0m233aaoqCilpKToM5/5jHbv3q0///nPysnJ0Y033qghQ4bowgsv1IIFC7Rq1SqrywZwFlwulx588EHdfPPNHdfY50B4GMi9TmgbQkpKSpSZmamkpKSOaxMnTtT+/fvV0NBgXWEA+uXGG29UfHx8t2slJSWaOHGiz7XCwkIVFxcPRmkABkh8fLyWLVum1NTUjmuHDh1SSkqKSkpKNH78eDkcjo419jkQfBITE7V48WJFRETI7XZr7969evXVV/XZz36Wr+dAiPn973+vmJgYXXbZZR3X2OdA6Fm+fLnmzZunefPm6fvf/75OnDgxoHud0DaE1NTUKDEx0eea5/WamhorSgLgZzU1NT6/qJHMvq+urramIAADYsuWLfrd736n22+/vduv70lJSaqtrWVuPRCEDh48qEmTJmnRokUqKirSN77xjR73OV/PgeBTVVWlX/7yl3rooYd8rrPPgdDiOUtqzZo1eu6557R582Y99NBDA7rXCW1DiM1ms7oEAIOsp33P5wMgeH344Yf60pe+pLvvvluf+tSn2M9AiMnMzFRxcbHWrFmjvXv36t577+XrORBCli1bpmuvvVZjxozxuc4+B0LLypUrde211youLk55eXm655579Je//EXt7e3d3n82e53QNoSkpKSotrbW55qnwzYlJcWCigD4W3JycpdO+pqaGvY8EKT++c9/6stf/rK++93v6qabbpLU89f35ORk2e18KwcEI5vNptzcXH3729/WX/7yF0VERHS7z/l6DgSXDRs2qLi4WF/5yle6rCUnJ7PPgRA2atQouVwu2e32AdvrfKcfQoqKinTo0CGfAOeTTz7R2LFjNXToUAsrA+AvRUVF2rp1q8+1LVu2aPLkyRZVBOBsbdq0SUuXLtUTTzyhK664ouN6UVGRduzY4fNb+08++YR9DgSZ999/XwsXLvTZy54RJ3Pnzu3y9Zx9DgSfP/3pT6qoqND555+vWbNm6aqrrpIkzZo1SwUFBexzIERs27ZNP/rRj3yu7du3T1FRUbrgggsGbK8T2oaQCRMmaPLkyfrBD36g48ePa8eOHfrtb3+rG264werSAPjJ4sWL9fbbb+v1119Xc3Ozfve736msrExXXnml1aUB6IP29nZ973vf07e//W2dd955Pmvnn3++hg4dquXLl+vEiRN6//339Yc//IGv70CQKSwsVFNTk5YvX66mpiZVV1frF7/4hWbMmKHLLrtMBw8e1LPPPqumpiatWbNGb731lq677jqrywbQB0uXLtXf/vY3rV69WqtXr9Zvf/tbSdLq1at16aWXss+BEJGamqr/+7//07PPPqu2tjbt27dPP/vZz/T5z39el19++YDtdZvb7Xb7oX5YpKKiQg888IDee+89DR06VF/4whf0ta99zeqyAPRDUVGRJHV05kREREgyHbWS9Pe//13Lly/XoUOHlJeXp+9973uaMWOGNcUCOCsffPCBbrjhBkVFRXVZW7NmjRobG/XAAw9o69atSk1N1Ze//GV9/vOft6BSAP2xbds2PfbYYyouLlZERIRmzZql73znOxoxYoQ++OADPfzww9q7d68yMjJ0zz336KKLLrK6ZAD9UF5ergULFmjHjh2SxD4HQsjGjRv1+OOPa+fOnUpOTtaiRYv09a9/XVFRUQO21wltAQAAAAAAACCAMB4BAAAAAAAAAAIIoS0AAAAAAAAABBBCWwAAAAAAAAAIIIS2AAAAAAAAABBACG0BAAAAAAAAIIAQ2gIAAAAAAABAACG0BQAAAAAAAIAAQmgLAAAAAAAAAAGE0BYAAABBbenSpTrvvPN6XL/wwgv1rW99axArAgAAAPqH0BYAAAAAAAAAAgihLQAAAAAAAAAEEEJbAAAAhJUXXnhBn/3sZzVp0iTNnTtXDzzwgOrr633uKSkpUUFBQZdHeXl5xz1lZWW68847NXPmTBUVFemqq67Sv/71L5/309DQ0O376TzO4b/+67+0dOlSn7e79957VVBQoPfee88P/wUAAAAQ6AhtAQAAEDZ+85vf6Ic//KGuuOIK/fnPf9ayZcv01ltv6Y477vC5r6ysTJL0+uuva/369brnnnt81mtra/WFL3xBZWVl+p//+R/98Y9/1LRp0/TVr35V7777bsd9Bw4ckCT97Gc/0/r167V+/Xp99rOfPW2NxcXFeuONNwbiwwUAAECQirC6AAAAAKC/jh07pqlTp3a71tTUpHPOOUdtbW1asWKFFi1apK985SuSpNGjR+u73/2uvva1r+njjz/WOeecI0nat2+fEhMTlZeXJ0mKi4vzeZ+rVq1SVVWVnn/+eY0ZM0aS9N3vflcbN27UU089pdmzZ0vyhr+TJk3SsGHDJEkxMTGn/Vgee+wxXXbZZXr11VfP5j8FAAAAQgChLQAAAIJeUlKSVq5c2e3af/3Xf0mS9u7dq/r6es2aNctnfc6cOZKkTZs2dYS2O3fu7Ahju/Pxxx9r2LBhPvfYbDbNnj1bL7/8cse1srIyRUZGKiMjo1cfx5tvvqnS0lI9+OCDhLYAAABhjNAWAAAAQc/hcCgnJ6fbtYgI8y2vZ27tD37wAy1btqzLfZWVlR0vb926VXPnzu3x76uvr1dVVVWX7t62tja1tbWpqalJQ4YM0f79+5WVlSWHw3HGj6G9vV2PP/647rrrrjN24wIAACC0EdoCAAAgLCQmJkqS7rnnHn3qU5/qsh4fHy9JqqioUGlpqb761a/2+L4SEhI0atQoPfXUU92uR0dHS5J27dql/Pz8XtW3cuVKxcbG6oorrtDBgwd79TYAAAAITYS2AAAACAujR49WQkKCDh486NOV63Q6tX//fqWkpEiS/v3vf8tms3WMTejOlClT9K9//UtxcXFKTU3tuF5eXq6kpCTZ7XY1Nzdr27ZtWrRo0RlrO3HihH75y1/qF7/4hWw2Wz8+SgAAAIQCu9UFAAAAAIMhIiJCt956q1566SW98MILKi0t1bZt23T//ffr2muv1dGjR1VZWamXXnpJEydOlN1uV2VlpSorK9XQ0CBJqq6uVmtrq6666iolJibqG9/4hj766COVl5fr9ddf1+LFi/WrX/1K1dXVeu6559Te3q4FCxacsbY333xT5557rqZPn+7v/wwAAAAIAnTaAgAAIGzcdtttGjp0qF588UU9+uijio2N1bRp0/Tiiy9q+PDhKigo6Lh33rx5Xd5+8eLFev755zVr1iy99NJLevzxx/XlL39Zzc3NysjI0M0336xbb71Vy5Yt06uvvqq7775bWVlZZ6zL4XDonnvuGdCPFQAAAMHL5na73VYXAQAAAASCgoICLVu2TFdddVWXtfLyci1YsKAjtAUAAAD8hfEIAAAAAAAAABBACG0BAAAAAAAAIIAwHgEAAAAAAAAAAgidtgAAAAAAAAAQQAhtAQAAAAAAACCAENoCAAAAAAAAQAAhtAUAAAAAAACAAEJoCwAAAAAAAAABhNAWAAAAAAAAAAIIoS0AAAAAAAAABBBCWwAAAAAAAAAIIIS2AAAAAAAAABBA/j9plihbVN56Y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914401"/>
            <a:ext cx="11550378" cy="49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9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64" y="378372"/>
            <a:ext cx="11552225" cy="61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1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01" y="205181"/>
            <a:ext cx="9528736" cy="52731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2" y="5591764"/>
            <a:ext cx="7020905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24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4" y="126125"/>
            <a:ext cx="6497009" cy="471388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86" y="5021389"/>
            <a:ext cx="6106377" cy="13241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663" y="871010"/>
            <a:ext cx="5072420" cy="396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5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08" y="681280"/>
            <a:ext cx="3166464" cy="376404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95693" y="311948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Courier New" panose="02070309020205020404" pitchFamily="49" charset="0"/>
              </a:rPr>
              <a:t>Наш </a:t>
            </a:r>
            <a:r>
              <a:rPr lang="ru-RU" dirty="0" smtClean="0">
                <a:solidFill>
                  <a:srgbClr val="1F1F1F"/>
                </a:solidFill>
                <a:latin typeface="Courier New" panose="02070309020205020404" pitchFamily="49" charset="0"/>
              </a:rPr>
              <a:t>спортсмен: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015" y="681280"/>
            <a:ext cx="3010826" cy="370397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21521" y="311948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Courier New" panose="02070309020205020404" pitchFamily="49" charset="0"/>
              </a:rPr>
              <a:t>Эталонный спортсмен: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142" y="4445320"/>
            <a:ext cx="7150303" cy="22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26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2" y="1450427"/>
            <a:ext cx="11909707" cy="415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47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7" y="972923"/>
            <a:ext cx="11766331" cy="499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76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6" y="231363"/>
            <a:ext cx="11729545" cy="62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8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4" y="189896"/>
            <a:ext cx="9796472" cy="20172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03" y="2709256"/>
            <a:ext cx="7455104" cy="395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2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30468" y="3086679"/>
            <a:ext cx="4059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СПАСИБО ЗА ВНИМАНИЕ!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0273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140</Words>
  <Application>Microsoft Office PowerPoint</Application>
  <PresentationFormat>Широкоэкранный</PresentationFormat>
  <Paragraphs>16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DengXian</vt:lpstr>
      <vt:lpstr>Google Sans Text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15</cp:revision>
  <dcterms:created xsi:type="dcterms:W3CDTF">2025-10-20T07:09:12Z</dcterms:created>
  <dcterms:modified xsi:type="dcterms:W3CDTF">2026-09-23T08:13:18Z</dcterms:modified>
</cp:coreProperties>
</file>